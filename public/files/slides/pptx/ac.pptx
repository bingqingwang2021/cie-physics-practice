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= V₀ sin ωt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-0.131</c:v>
                </c:pt>
                <c:pt idx="26">
                  <c:v>-0.259</c:v>
                </c:pt>
                <c:pt idx="27">
                  <c:v>-0.383</c:v>
                </c:pt>
                <c:pt idx="28">
                  <c:v>-0.5</c:v>
                </c:pt>
                <c:pt idx="29">
                  <c:v>-0.609</c:v>
                </c:pt>
                <c:pt idx="30">
                  <c:v>-0.707</c:v>
                </c:pt>
                <c:pt idx="31">
                  <c:v>-0.793</c:v>
                </c:pt>
                <c:pt idx="32">
                  <c:v>-0.866</c:v>
                </c:pt>
                <c:pt idx="33">
                  <c:v>-0.924</c:v>
                </c:pt>
                <c:pt idx="34">
                  <c:v>-0.966</c:v>
                </c:pt>
                <c:pt idx="35">
                  <c:v>-0.991</c:v>
                </c:pt>
                <c:pt idx="36">
                  <c:v>-1.0</c:v>
                </c:pt>
                <c:pt idx="37">
                  <c:v>-0.991</c:v>
                </c:pt>
                <c:pt idx="38">
                  <c:v>-0.966</c:v>
                </c:pt>
                <c:pt idx="39">
                  <c:v>-0.924</c:v>
                </c:pt>
                <c:pt idx="40">
                  <c:v>-0.866</c:v>
                </c:pt>
                <c:pt idx="41">
                  <c:v>-0.793</c:v>
                </c:pt>
                <c:pt idx="42">
                  <c:v>-0.707</c:v>
                </c:pt>
                <c:pt idx="43">
                  <c:v>-0.609</c:v>
                </c:pt>
                <c:pt idx="44">
                  <c:v>-0.5</c:v>
                </c:pt>
                <c:pt idx="45">
                  <c:v>-0.383</c:v>
                </c:pt>
                <c:pt idx="46">
                  <c:v>-0.259</c:v>
                </c:pt>
                <c:pt idx="47">
                  <c:v>-0.131</c:v>
                </c:pt>
                <c:pt idx="48">
                  <c:v>-0.0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V / V₀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 / I₀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-0.131</c:v>
                </c:pt>
                <c:pt idx="26">
                  <c:v>-0.259</c:v>
                </c:pt>
                <c:pt idx="27">
                  <c:v>-0.383</c:v>
                </c:pt>
                <c:pt idx="28">
                  <c:v>-0.5</c:v>
                </c:pt>
                <c:pt idx="29">
                  <c:v>-0.609</c:v>
                </c:pt>
                <c:pt idx="30">
                  <c:v>-0.707</c:v>
                </c:pt>
                <c:pt idx="31">
                  <c:v>-0.793</c:v>
                </c:pt>
                <c:pt idx="32">
                  <c:v>-0.866</c:v>
                </c:pt>
                <c:pt idx="33">
                  <c:v>-0.924</c:v>
                </c:pt>
                <c:pt idx="34">
                  <c:v>-0.966</c:v>
                </c:pt>
                <c:pt idx="35">
                  <c:v>-0.991</c:v>
                </c:pt>
                <c:pt idx="36">
                  <c:v>-1.0</c:v>
                </c:pt>
                <c:pt idx="37">
                  <c:v>-0.991</c:v>
                </c:pt>
                <c:pt idx="38">
                  <c:v>-0.966</c:v>
                </c:pt>
                <c:pt idx="39">
                  <c:v>-0.924</c:v>
                </c:pt>
                <c:pt idx="40">
                  <c:v>-0.866</c:v>
                </c:pt>
                <c:pt idx="41">
                  <c:v>-0.793</c:v>
                </c:pt>
                <c:pt idx="42">
                  <c:v>-0.707</c:v>
                </c:pt>
                <c:pt idx="43">
                  <c:v>-0.609</c:v>
                </c:pt>
                <c:pt idx="44">
                  <c:v>-0.5</c:v>
                </c:pt>
                <c:pt idx="45">
                  <c:v>-0.383</c:v>
                </c:pt>
                <c:pt idx="46">
                  <c:v>-0.259</c:v>
                </c:pt>
                <c:pt idx="47">
                  <c:v>-0.131</c:v>
                </c:pt>
                <c:pt idx="48">
                  <c:v>-0.0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 / I₀²R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0">
                  <c:v>0.0</c:v>
                </c:pt>
                <c:pt idx="1">
                  <c:v>0.017</c:v>
                </c:pt>
                <c:pt idx="2">
                  <c:v>0.067</c:v>
                </c:pt>
                <c:pt idx="3">
                  <c:v>0.146</c:v>
                </c:pt>
                <c:pt idx="4">
                  <c:v>0.25</c:v>
                </c:pt>
                <c:pt idx="5">
                  <c:v>0.371</c:v>
                </c:pt>
                <c:pt idx="6">
                  <c:v>0.5</c:v>
                </c:pt>
                <c:pt idx="7">
                  <c:v>0.629</c:v>
                </c:pt>
                <c:pt idx="8">
                  <c:v>0.75</c:v>
                </c:pt>
                <c:pt idx="9">
                  <c:v>0.854</c:v>
                </c:pt>
                <c:pt idx="10">
                  <c:v>0.933</c:v>
                </c:pt>
                <c:pt idx="11">
                  <c:v>0.983</c:v>
                </c:pt>
                <c:pt idx="12">
                  <c:v>1.0</c:v>
                </c:pt>
                <c:pt idx="13">
                  <c:v>0.983</c:v>
                </c:pt>
                <c:pt idx="14">
                  <c:v>0.933</c:v>
                </c:pt>
                <c:pt idx="15">
                  <c:v>0.854</c:v>
                </c:pt>
                <c:pt idx="16">
                  <c:v>0.75</c:v>
                </c:pt>
                <c:pt idx="17">
                  <c:v>0.629</c:v>
                </c:pt>
                <c:pt idx="18">
                  <c:v>0.5</c:v>
                </c:pt>
                <c:pt idx="19">
                  <c:v>0.371</c:v>
                </c:pt>
                <c:pt idx="20">
                  <c:v>0.25</c:v>
                </c:pt>
                <c:pt idx="21">
                  <c:v>0.146</c:v>
                </c:pt>
                <c:pt idx="22">
                  <c:v>0.067</c:v>
                </c:pt>
                <c:pt idx="23">
                  <c:v>0.017</c:v>
                </c:pt>
                <c:pt idx="24">
                  <c:v>0.0</c:v>
                </c:pt>
                <c:pt idx="25">
                  <c:v>0.017</c:v>
                </c:pt>
                <c:pt idx="26">
                  <c:v>0.067</c:v>
                </c:pt>
                <c:pt idx="27">
                  <c:v>0.146</c:v>
                </c:pt>
                <c:pt idx="28">
                  <c:v>0.25</c:v>
                </c:pt>
                <c:pt idx="29">
                  <c:v>0.371</c:v>
                </c:pt>
                <c:pt idx="30">
                  <c:v>0.5</c:v>
                </c:pt>
                <c:pt idx="31">
                  <c:v>0.629</c:v>
                </c:pt>
                <c:pt idx="32">
                  <c:v>0.75</c:v>
                </c:pt>
                <c:pt idx="33">
                  <c:v>0.854</c:v>
                </c:pt>
                <c:pt idx="34">
                  <c:v>0.933</c:v>
                </c:pt>
                <c:pt idx="35">
                  <c:v>0.983</c:v>
                </c:pt>
                <c:pt idx="36">
                  <c:v>1.0</c:v>
                </c:pt>
                <c:pt idx="37">
                  <c:v>0.983</c:v>
                </c:pt>
                <c:pt idx="38">
                  <c:v>0.933</c:v>
                </c:pt>
                <c:pt idx="39">
                  <c:v>0.854</c:v>
                </c:pt>
                <c:pt idx="40">
                  <c:v>0.75</c:v>
                </c:pt>
                <c:pt idx="41">
                  <c:v>0.629</c:v>
                </c:pt>
                <c:pt idx="42">
                  <c:v>0.5</c:v>
                </c:pt>
                <c:pt idx="43">
                  <c:v>0.371</c:v>
                </c:pt>
                <c:pt idx="44">
                  <c:v>0.25</c:v>
                </c:pt>
                <c:pt idx="45">
                  <c:v>0.146</c:v>
                </c:pt>
                <c:pt idx="46">
                  <c:v>0.067</c:v>
                </c:pt>
                <c:pt idx="47">
                  <c:v>0.017</c:v>
                </c:pt>
                <c:pt idx="48">
                  <c:v>0.0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输入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-0.131</c:v>
                </c:pt>
                <c:pt idx="26">
                  <c:v>-0.259</c:v>
                </c:pt>
                <c:pt idx="27">
                  <c:v>-0.383</c:v>
                </c:pt>
                <c:pt idx="28">
                  <c:v>-0.5</c:v>
                </c:pt>
                <c:pt idx="29">
                  <c:v>-0.609</c:v>
                </c:pt>
                <c:pt idx="30">
                  <c:v>-0.707</c:v>
                </c:pt>
                <c:pt idx="31">
                  <c:v>-0.793</c:v>
                </c:pt>
                <c:pt idx="32">
                  <c:v>-0.866</c:v>
                </c:pt>
                <c:pt idx="33">
                  <c:v>-0.924</c:v>
                </c:pt>
                <c:pt idx="34">
                  <c:v>-0.966</c:v>
                </c:pt>
                <c:pt idx="35">
                  <c:v>-0.991</c:v>
                </c:pt>
                <c:pt idx="36">
                  <c:v>-1.0</c:v>
                </c:pt>
                <c:pt idx="37">
                  <c:v>-0.991</c:v>
                </c:pt>
                <c:pt idx="38">
                  <c:v>-0.966</c:v>
                </c:pt>
                <c:pt idx="39">
                  <c:v>-0.924</c:v>
                </c:pt>
                <c:pt idx="40">
                  <c:v>-0.866</c:v>
                </c:pt>
                <c:pt idx="41">
                  <c:v>-0.793</c:v>
                </c:pt>
                <c:pt idx="42">
                  <c:v>-0.707</c:v>
                </c:pt>
                <c:pt idx="43">
                  <c:v>-0.609</c:v>
                </c:pt>
                <c:pt idx="44">
                  <c:v>-0.5</c:v>
                </c:pt>
                <c:pt idx="45">
                  <c:v>-0.383</c:v>
                </c:pt>
                <c:pt idx="46">
                  <c:v>-0.259</c:v>
                </c:pt>
                <c:pt idx="47">
                  <c:v>-0.131</c:v>
                </c:pt>
                <c:pt idx="48">
                  <c:v>-0.0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输出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646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输入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-0.131</c:v>
                </c:pt>
                <c:pt idx="26">
                  <c:v>-0.259</c:v>
                </c:pt>
                <c:pt idx="27">
                  <c:v>-0.383</c:v>
                </c:pt>
                <c:pt idx="28">
                  <c:v>-0.5</c:v>
                </c:pt>
                <c:pt idx="29">
                  <c:v>-0.609</c:v>
                </c:pt>
                <c:pt idx="30">
                  <c:v>-0.707</c:v>
                </c:pt>
                <c:pt idx="31">
                  <c:v>-0.793</c:v>
                </c:pt>
                <c:pt idx="32">
                  <c:v>-0.866</c:v>
                </c:pt>
                <c:pt idx="33">
                  <c:v>-0.924</c:v>
                </c:pt>
                <c:pt idx="34">
                  <c:v>-0.966</c:v>
                </c:pt>
                <c:pt idx="35">
                  <c:v>-0.991</c:v>
                </c:pt>
                <c:pt idx="36">
                  <c:v>-1.0</c:v>
                </c:pt>
                <c:pt idx="37">
                  <c:v>-0.991</c:v>
                </c:pt>
                <c:pt idx="38">
                  <c:v>-0.966</c:v>
                </c:pt>
                <c:pt idx="39">
                  <c:v>-0.924</c:v>
                </c:pt>
                <c:pt idx="40">
                  <c:v>-0.866</c:v>
                </c:pt>
                <c:pt idx="41">
                  <c:v>-0.793</c:v>
                </c:pt>
                <c:pt idx="42">
                  <c:v>-0.707</c:v>
                </c:pt>
                <c:pt idx="43">
                  <c:v>-0.609</c:v>
                </c:pt>
                <c:pt idx="44">
                  <c:v>-0.5</c:v>
                </c:pt>
                <c:pt idx="45">
                  <c:v>-0.383</c:v>
                </c:pt>
                <c:pt idx="46">
                  <c:v>-0.259</c:v>
                </c:pt>
                <c:pt idx="47">
                  <c:v>-0.131</c:v>
                </c:pt>
                <c:pt idx="48">
                  <c:v>-0.0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输出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Sheet1!$A$2:$A$50</c:f>
              <c:strCache>
                <c:ptCount val="49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</c:strCache>
            </c:strRef>
          </c:cat>
          <c:val>
            <c:numRef>
              <c:f>Sheet1!$C$2:$C$50</c:f>
              <c:numCache>
                <c:formatCode>General</c:formatCode>
                <c:ptCount val="49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0.131</c:v>
                </c:pt>
                <c:pt idx="26">
                  <c:v>0.259</c:v>
                </c:pt>
                <c:pt idx="27">
                  <c:v>0.383</c:v>
                </c:pt>
                <c:pt idx="28">
                  <c:v>0.5</c:v>
                </c:pt>
                <c:pt idx="29">
                  <c:v>0.609</c:v>
                </c:pt>
                <c:pt idx="30">
                  <c:v>0.707</c:v>
                </c:pt>
                <c:pt idx="31">
                  <c:v>0.793</c:v>
                </c:pt>
                <c:pt idx="32">
                  <c:v>0.866</c:v>
                </c:pt>
                <c:pt idx="33">
                  <c:v>0.924</c:v>
                </c:pt>
                <c:pt idx="34">
                  <c:v>0.966</c:v>
                </c:pt>
                <c:pt idx="35">
                  <c:v>0.991</c:v>
                </c:pt>
                <c:pt idx="36">
                  <c:v>1.0</c:v>
                </c:pt>
                <c:pt idx="37">
                  <c:v>0.991</c:v>
                </c:pt>
                <c:pt idx="38">
                  <c:v>0.966</c:v>
                </c:pt>
                <c:pt idx="39">
                  <c:v>0.924</c:v>
                </c:pt>
                <c:pt idx="40">
                  <c:v>0.866</c:v>
                </c:pt>
                <c:pt idx="41">
                  <c:v>0.793</c:v>
                </c:pt>
                <c:pt idx="42">
                  <c:v>0.707</c:v>
                </c:pt>
                <c:pt idx="43">
                  <c:v>0.609</c:v>
                </c:pt>
                <c:pt idx="44">
                  <c:v>0.5</c:v>
                </c:pt>
                <c:pt idx="45">
                  <c:v>0.383</c:v>
                </c:pt>
                <c:pt idx="46">
                  <c:v>0.259</c:v>
                </c:pt>
                <c:pt idx="47">
                  <c:v>0.131</c:v>
                </c:pt>
                <c:pt idx="48">
                  <c:v>0.0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646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unsmoothed 未滤波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Sheet1!$A$2:$A$98</c:f>
              <c:strCache>
                <c:ptCount val="97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  <c:pt idx="49">
                  <c:v>6.414</c:v>
                </c:pt>
                <c:pt idx="50">
                  <c:v>6.545</c:v>
                </c:pt>
                <c:pt idx="51">
                  <c:v>6.676</c:v>
                </c:pt>
                <c:pt idx="52">
                  <c:v>6.807</c:v>
                </c:pt>
                <c:pt idx="53">
                  <c:v>6.938</c:v>
                </c:pt>
                <c:pt idx="54">
                  <c:v>7.069</c:v>
                </c:pt>
                <c:pt idx="55">
                  <c:v>7.199</c:v>
                </c:pt>
                <c:pt idx="56">
                  <c:v>7.33</c:v>
                </c:pt>
                <c:pt idx="57">
                  <c:v>7.461</c:v>
                </c:pt>
                <c:pt idx="58">
                  <c:v>7.592</c:v>
                </c:pt>
                <c:pt idx="59">
                  <c:v>7.723</c:v>
                </c:pt>
                <c:pt idx="60">
                  <c:v>7.854</c:v>
                </c:pt>
                <c:pt idx="61">
                  <c:v>7.985</c:v>
                </c:pt>
                <c:pt idx="62">
                  <c:v>8.116</c:v>
                </c:pt>
                <c:pt idx="63">
                  <c:v>8.247</c:v>
                </c:pt>
                <c:pt idx="64">
                  <c:v>8.378</c:v>
                </c:pt>
                <c:pt idx="65">
                  <c:v>8.508</c:v>
                </c:pt>
                <c:pt idx="66">
                  <c:v>8.639</c:v>
                </c:pt>
                <c:pt idx="67">
                  <c:v>8.77</c:v>
                </c:pt>
                <c:pt idx="68">
                  <c:v>8.901</c:v>
                </c:pt>
                <c:pt idx="69">
                  <c:v>9.032</c:v>
                </c:pt>
                <c:pt idx="70">
                  <c:v>9.163</c:v>
                </c:pt>
                <c:pt idx="71">
                  <c:v>9.294</c:v>
                </c:pt>
                <c:pt idx="72">
                  <c:v>9.425</c:v>
                </c:pt>
                <c:pt idx="73">
                  <c:v>9.556</c:v>
                </c:pt>
                <c:pt idx="74">
                  <c:v>9.687</c:v>
                </c:pt>
                <c:pt idx="75">
                  <c:v>9.817</c:v>
                </c:pt>
                <c:pt idx="76">
                  <c:v>9.948</c:v>
                </c:pt>
                <c:pt idx="77">
                  <c:v>10.079</c:v>
                </c:pt>
                <c:pt idx="78">
                  <c:v>10.21</c:v>
                </c:pt>
                <c:pt idx="79">
                  <c:v>10.341</c:v>
                </c:pt>
                <c:pt idx="80">
                  <c:v>10.472</c:v>
                </c:pt>
                <c:pt idx="81">
                  <c:v>10.603</c:v>
                </c:pt>
                <c:pt idx="82">
                  <c:v>10.734</c:v>
                </c:pt>
                <c:pt idx="83">
                  <c:v>10.865</c:v>
                </c:pt>
                <c:pt idx="84">
                  <c:v>10.996</c:v>
                </c:pt>
                <c:pt idx="85">
                  <c:v>11.126</c:v>
                </c:pt>
                <c:pt idx="86">
                  <c:v>11.257</c:v>
                </c:pt>
                <c:pt idx="87">
                  <c:v>11.388</c:v>
                </c:pt>
                <c:pt idx="88">
                  <c:v>11.519</c:v>
                </c:pt>
                <c:pt idx="89">
                  <c:v>11.65</c:v>
                </c:pt>
                <c:pt idx="90">
                  <c:v>11.781</c:v>
                </c:pt>
                <c:pt idx="91">
                  <c:v>11.912</c:v>
                </c:pt>
                <c:pt idx="92">
                  <c:v>12.043</c:v>
                </c:pt>
                <c:pt idx="93">
                  <c:v>12.174</c:v>
                </c:pt>
                <c:pt idx="94">
                  <c:v>12.305</c:v>
                </c:pt>
                <c:pt idx="95">
                  <c:v>12.435</c:v>
                </c:pt>
                <c:pt idx="96">
                  <c:v>12.566</c:v>
                </c:pt>
              </c:strCache>
            </c:strRef>
          </c:cat>
          <c:val>
            <c:numRef>
              <c:f>Sheet1!$B$2:$B$98</c:f>
              <c:numCache>
                <c:formatCode>General</c:formatCode>
                <c:ptCount val="97"/>
                <c:pt idx="0">
                  <c:v>0.0</c:v>
                </c:pt>
                <c:pt idx="1">
                  <c:v>0.131</c:v>
                </c:pt>
                <c:pt idx="2">
                  <c:v>0.259</c:v>
                </c:pt>
                <c:pt idx="3">
                  <c:v>0.383</c:v>
                </c:pt>
                <c:pt idx="4">
                  <c:v>0.5</c:v>
                </c:pt>
                <c:pt idx="5">
                  <c:v>0.609</c:v>
                </c:pt>
                <c:pt idx="6">
                  <c:v>0.707</c:v>
                </c:pt>
                <c:pt idx="7">
                  <c:v>0.793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0.793</c:v>
                </c:pt>
                <c:pt idx="18">
                  <c:v>0.707</c:v>
                </c:pt>
                <c:pt idx="19">
                  <c:v>0.609</c:v>
                </c:pt>
                <c:pt idx="20">
                  <c:v>0.5</c:v>
                </c:pt>
                <c:pt idx="21">
                  <c:v>0.383</c:v>
                </c:pt>
                <c:pt idx="22">
                  <c:v>0.259</c:v>
                </c:pt>
                <c:pt idx="23">
                  <c:v>0.131</c:v>
                </c:pt>
                <c:pt idx="24">
                  <c:v>0.0</c:v>
                </c:pt>
                <c:pt idx="25">
                  <c:v>0.131</c:v>
                </c:pt>
                <c:pt idx="26">
                  <c:v>0.259</c:v>
                </c:pt>
                <c:pt idx="27">
                  <c:v>0.383</c:v>
                </c:pt>
                <c:pt idx="28">
                  <c:v>0.5</c:v>
                </c:pt>
                <c:pt idx="29">
                  <c:v>0.609</c:v>
                </c:pt>
                <c:pt idx="30">
                  <c:v>0.707</c:v>
                </c:pt>
                <c:pt idx="31">
                  <c:v>0.793</c:v>
                </c:pt>
                <c:pt idx="32">
                  <c:v>0.866</c:v>
                </c:pt>
                <c:pt idx="33">
                  <c:v>0.924</c:v>
                </c:pt>
                <c:pt idx="34">
                  <c:v>0.966</c:v>
                </c:pt>
                <c:pt idx="35">
                  <c:v>0.991</c:v>
                </c:pt>
                <c:pt idx="36">
                  <c:v>1.0</c:v>
                </c:pt>
                <c:pt idx="37">
                  <c:v>0.991</c:v>
                </c:pt>
                <c:pt idx="38">
                  <c:v>0.966</c:v>
                </c:pt>
                <c:pt idx="39">
                  <c:v>0.924</c:v>
                </c:pt>
                <c:pt idx="40">
                  <c:v>0.866</c:v>
                </c:pt>
                <c:pt idx="41">
                  <c:v>0.793</c:v>
                </c:pt>
                <c:pt idx="42">
                  <c:v>0.707</c:v>
                </c:pt>
                <c:pt idx="43">
                  <c:v>0.609</c:v>
                </c:pt>
                <c:pt idx="44">
                  <c:v>0.5</c:v>
                </c:pt>
                <c:pt idx="45">
                  <c:v>0.383</c:v>
                </c:pt>
                <c:pt idx="46">
                  <c:v>0.259</c:v>
                </c:pt>
                <c:pt idx="47">
                  <c:v>0.131</c:v>
                </c:pt>
                <c:pt idx="48">
                  <c:v>0.0</c:v>
                </c:pt>
                <c:pt idx="49">
                  <c:v>0.131</c:v>
                </c:pt>
                <c:pt idx="50">
                  <c:v>0.259</c:v>
                </c:pt>
                <c:pt idx="51">
                  <c:v>0.383</c:v>
                </c:pt>
                <c:pt idx="52">
                  <c:v>0.5</c:v>
                </c:pt>
                <c:pt idx="53">
                  <c:v>0.609</c:v>
                </c:pt>
                <c:pt idx="54">
                  <c:v>0.707</c:v>
                </c:pt>
                <c:pt idx="55">
                  <c:v>0.793</c:v>
                </c:pt>
                <c:pt idx="56">
                  <c:v>0.866</c:v>
                </c:pt>
                <c:pt idx="57">
                  <c:v>0.924</c:v>
                </c:pt>
                <c:pt idx="58">
                  <c:v>0.966</c:v>
                </c:pt>
                <c:pt idx="59">
                  <c:v>0.991</c:v>
                </c:pt>
                <c:pt idx="60">
                  <c:v>1.0</c:v>
                </c:pt>
                <c:pt idx="61">
                  <c:v>0.991</c:v>
                </c:pt>
                <c:pt idx="62">
                  <c:v>0.966</c:v>
                </c:pt>
                <c:pt idx="63">
                  <c:v>0.924</c:v>
                </c:pt>
                <c:pt idx="64">
                  <c:v>0.866</c:v>
                </c:pt>
                <c:pt idx="65">
                  <c:v>0.793</c:v>
                </c:pt>
                <c:pt idx="66">
                  <c:v>0.707</c:v>
                </c:pt>
                <c:pt idx="67">
                  <c:v>0.609</c:v>
                </c:pt>
                <c:pt idx="68">
                  <c:v>0.5</c:v>
                </c:pt>
                <c:pt idx="69">
                  <c:v>0.383</c:v>
                </c:pt>
                <c:pt idx="70">
                  <c:v>0.259</c:v>
                </c:pt>
                <c:pt idx="71">
                  <c:v>0.131</c:v>
                </c:pt>
                <c:pt idx="72">
                  <c:v>0.0</c:v>
                </c:pt>
                <c:pt idx="73">
                  <c:v>0.131</c:v>
                </c:pt>
                <c:pt idx="74">
                  <c:v>0.259</c:v>
                </c:pt>
                <c:pt idx="75">
                  <c:v>0.383</c:v>
                </c:pt>
                <c:pt idx="76">
                  <c:v>0.5</c:v>
                </c:pt>
                <c:pt idx="77">
                  <c:v>0.609</c:v>
                </c:pt>
                <c:pt idx="78">
                  <c:v>0.707</c:v>
                </c:pt>
                <c:pt idx="79">
                  <c:v>0.793</c:v>
                </c:pt>
                <c:pt idx="80">
                  <c:v>0.866</c:v>
                </c:pt>
                <c:pt idx="81">
                  <c:v>0.924</c:v>
                </c:pt>
                <c:pt idx="82">
                  <c:v>0.966</c:v>
                </c:pt>
                <c:pt idx="83">
                  <c:v>0.991</c:v>
                </c:pt>
                <c:pt idx="84">
                  <c:v>1.0</c:v>
                </c:pt>
                <c:pt idx="85">
                  <c:v>0.991</c:v>
                </c:pt>
                <c:pt idx="86">
                  <c:v>0.966</c:v>
                </c:pt>
                <c:pt idx="87">
                  <c:v>0.924</c:v>
                </c:pt>
                <c:pt idx="88">
                  <c:v>0.866</c:v>
                </c:pt>
                <c:pt idx="89">
                  <c:v>0.793</c:v>
                </c:pt>
                <c:pt idx="90">
                  <c:v>0.707</c:v>
                </c:pt>
                <c:pt idx="91">
                  <c:v>0.609</c:v>
                </c:pt>
                <c:pt idx="92">
                  <c:v>0.5</c:v>
                </c:pt>
                <c:pt idx="93">
                  <c:v>0.383</c:v>
                </c:pt>
                <c:pt idx="94">
                  <c:v>0.259</c:v>
                </c:pt>
                <c:pt idx="95">
                  <c:v>0.131</c:v>
                </c:pt>
                <c:pt idx="96">
                  <c:v>0.0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smoothed 滤波后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Sheet1!$A$2:$A$98</c:f>
              <c:strCache>
                <c:ptCount val="97"/>
                <c:pt idx="0">
                  <c:v>0.0</c:v>
                </c:pt>
                <c:pt idx="1">
                  <c:v>0.131</c:v>
                </c:pt>
                <c:pt idx="2">
                  <c:v>0.262</c:v>
                </c:pt>
                <c:pt idx="3">
                  <c:v>0.393</c:v>
                </c:pt>
                <c:pt idx="4">
                  <c:v>0.524</c:v>
                </c:pt>
                <c:pt idx="5">
                  <c:v>0.654</c:v>
                </c:pt>
                <c:pt idx="6">
                  <c:v>0.785</c:v>
                </c:pt>
                <c:pt idx="7">
                  <c:v>0.916</c:v>
                </c:pt>
                <c:pt idx="8">
                  <c:v>1.047</c:v>
                </c:pt>
                <c:pt idx="9">
                  <c:v>1.178</c:v>
                </c:pt>
                <c:pt idx="10">
                  <c:v>1.309</c:v>
                </c:pt>
                <c:pt idx="11">
                  <c:v>1.44</c:v>
                </c:pt>
                <c:pt idx="12">
                  <c:v>1.571</c:v>
                </c:pt>
                <c:pt idx="13">
                  <c:v>1.702</c:v>
                </c:pt>
                <c:pt idx="14">
                  <c:v>1.833</c:v>
                </c:pt>
                <c:pt idx="15">
                  <c:v>1.963</c:v>
                </c:pt>
                <c:pt idx="16">
                  <c:v>2.094</c:v>
                </c:pt>
                <c:pt idx="17">
                  <c:v>2.225</c:v>
                </c:pt>
                <c:pt idx="18">
                  <c:v>2.356</c:v>
                </c:pt>
                <c:pt idx="19">
                  <c:v>2.487</c:v>
                </c:pt>
                <c:pt idx="20">
                  <c:v>2.618</c:v>
                </c:pt>
                <c:pt idx="21">
                  <c:v>2.749</c:v>
                </c:pt>
                <c:pt idx="22">
                  <c:v>2.88</c:v>
                </c:pt>
                <c:pt idx="23">
                  <c:v>3.011</c:v>
                </c:pt>
                <c:pt idx="24">
                  <c:v>3.142</c:v>
                </c:pt>
                <c:pt idx="25">
                  <c:v>3.272</c:v>
                </c:pt>
                <c:pt idx="26">
                  <c:v>3.403</c:v>
                </c:pt>
                <c:pt idx="27">
                  <c:v>3.534</c:v>
                </c:pt>
                <c:pt idx="28">
                  <c:v>3.665</c:v>
                </c:pt>
                <c:pt idx="29">
                  <c:v>3.796</c:v>
                </c:pt>
                <c:pt idx="30">
                  <c:v>3.927</c:v>
                </c:pt>
                <c:pt idx="31">
                  <c:v>4.058</c:v>
                </c:pt>
                <c:pt idx="32">
                  <c:v>4.189</c:v>
                </c:pt>
                <c:pt idx="33">
                  <c:v>4.32</c:v>
                </c:pt>
                <c:pt idx="34">
                  <c:v>4.451</c:v>
                </c:pt>
                <c:pt idx="35">
                  <c:v>4.581</c:v>
                </c:pt>
                <c:pt idx="36">
                  <c:v>4.712</c:v>
                </c:pt>
                <c:pt idx="37">
                  <c:v>4.843</c:v>
                </c:pt>
                <c:pt idx="38">
                  <c:v>4.974</c:v>
                </c:pt>
                <c:pt idx="39">
                  <c:v>5.105</c:v>
                </c:pt>
                <c:pt idx="40">
                  <c:v>5.236</c:v>
                </c:pt>
                <c:pt idx="41">
                  <c:v>5.367</c:v>
                </c:pt>
                <c:pt idx="42">
                  <c:v>5.498</c:v>
                </c:pt>
                <c:pt idx="43">
                  <c:v>5.629</c:v>
                </c:pt>
                <c:pt idx="44">
                  <c:v>5.76</c:v>
                </c:pt>
                <c:pt idx="45">
                  <c:v>5.89</c:v>
                </c:pt>
                <c:pt idx="46">
                  <c:v>6.021</c:v>
                </c:pt>
                <c:pt idx="47">
                  <c:v>6.152</c:v>
                </c:pt>
                <c:pt idx="48">
                  <c:v>6.283</c:v>
                </c:pt>
                <c:pt idx="49">
                  <c:v>6.414</c:v>
                </c:pt>
                <c:pt idx="50">
                  <c:v>6.545</c:v>
                </c:pt>
                <c:pt idx="51">
                  <c:v>6.676</c:v>
                </c:pt>
                <c:pt idx="52">
                  <c:v>6.807</c:v>
                </c:pt>
                <c:pt idx="53">
                  <c:v>6.938</c:v>
                </c:pt>
                <c:pt idx="54">
                  <c:v>7.069</c:v>
                </c:pt>
                <c:pt idx="55">
                  <c:v>7.199</c:v>
                </c:pt>
                <c:pt idx="56">
                  <c:v>7.33</c:v>
                </c:pt>
                <c:pt idx="57">
                  <c:v>7.461</c:v>
                </c:pt>
                <c:pt idx="58">
                  <c:v>7.592</c:v>
                </c:pt>
                <c:pt idx="59">
                  <c:v>7.723</c:v>
                </c:pt>
                <c:pt idx="60">
                  <c:v>7.854</c:v>
                </c:pt>
                <c:pt idx="61">
                  <c:v>7.985</c:v>
                </c:pt>
                <c:pt idx="62">
                  <c:v>8.116</c:v>
                </c:pt>
                <c:pt idx="63">
                  <c:v>8.247</c:v>
                </c:pt>
                <c:pt idx="64">
                  <c:v>8.378</c:v>
                </c:pt>
                <c:pt idx="65">
                  <c:v>8.508</c:v>
                </c:pt>
                <c:pt idx="66">
                  <c:v>8.639</c:v>
                </c:pt>
                <c:pt idx="67">
                  <c:v>8.77</c:v>
                </c:pt>
                <c:pt idx="68">
                  <c:v>8.901</c:v>
                </c:pt>
                <c:pt idx="69">
                  <c:v>9.032</c:v>
                </c:pt>
                <c:pt idx="70">
                  <c:v>9.163</c:v>
                </c:pt>
                <c:pt idx="71">
                  <c:v>9.294</c:v>
                </c:pt>
                <c:pt idx="72">
                  <c:v>9.425</c:v>
                </c:pt>
                <c:pt idx="73">
                  <c:v>9.556</c:v>
                </c:pt>
                <c:pt idx="74">
                  <c:v>9.687</c:v>
                </c:pt>
                <c:pt idx="75">
                  <c:v>9.817</c:v>
                </c:pt>
                <c:pt idx="76">
                  <c:v>9.948</c:v>
                </c:pt>
                <c:pt idx="77">
                  <c:v>10.079</c:v>
                </c:pt>
                <c:pt idx="78">
                  <c:v>10.21</c:v>
                </c:pt>
                <c:pt idx="79">
                  <c:v>10.341</c:v>
                </c:pt>
                <c:pt idx="80">
                  <c:v>10.472</c:v>
                </c:pt>
                <c:pt idx="81">
                  <c:v>10.603</c:v>
                </c:pt>
                <c:pt idx="82">
                  <c:v>10.734</c:v>
                </c:pt>
                <c:pt idx="83">
                  <c:v>10.865</c:v>
                </c:pt>
                <c:pt idx="84">
                  <c:v>10.996</c:v>
                </c:pt>
                <c:pt idx="85">
                  <c:v>11.126</c:v>
                </c:pt>
                <c:pt idx="86">
                  <c:v>11.257</c:v>
                </c:pt>
                <c:pt idx="87">
                  <c:v>11.388</c:v>
                </c:pt>
                <c:pt idx="88">
                  <c:v>11.519</c:v>
                </c:pt>
                <c:pt idx="89">
                  <c:v>11.65</c:v>
                </c:pt>
                <c:pt idx="90">
                  <c:v>11.781</c:v>
                </c:pt>
                <c:pt idx="91">
                  <c:v>11.912</c:v>
                </c:pt>
                <c:pt idx="92">
                  <c:v>12.043</c:v>
                </c:pt>
                <c:pt idx="93">
                  <c:v>12.174</c:v>
                </c:pt>
                <c:pt idx="94">
                  <c:v>12.305</c:v>
                </c:pt>
                <c:pt idx="95">
                  <c:v>12.435</c:v>
                </c:pt>
                <c:pt idx="96">
                  <c:v>12.566</c:v>
                </c:pt>
              </c:strCache>
            </c:strRef>
          </c:cat>
          <c:val>
            <c:numRef>
              <c:f>Sheet1!$C$2:$C$98</c:f>
              <c:numCache>
                <c:formatCode>General</c:formatCode>
                <c:ptCount val="97"/>
                <c:pt idx="0">
                  <c:v>0.82</c:v>
                </c:pt>
                <c:pt idx="1">
                  <c:v>0.82</c:v>
                </c:pt>
                <c:pt idx="2">
                  <c:v>0.82</c:v>
                </c:pt>
                <c:pt idx="3">
                  <c:v>0.82</c:v>
                </c:pt>
                <c:pt idx="4">
                  <c:v>0.82</c:v>
                </c:pt>
                <c:pt idx="5">
                  <c:v>0.82</c:v>
                </c:pt>
                <c:pt idx="6">
                  <c:v>0.82</c:v>
                </c:pt>
                <c:pt idx="7">
                  <c:v>0.82</c:v>
                </c:pt>
                <c:pt idx="8">
                  <c:v>0.866</c:v>
                </c:pt>
                <c:pt idx="9">
                  <c:v>0.924</c:v>
                </c:pt>
                <c:pt idx="10">
                  <c:v>0.966</c:v>
                </c:pt>
                <c:pt idx="11">
                  <c:v>0.991</c:v>
                </c:pt>
                <c:pt idx="12">
                  <c:v>1.0</c:v>
                </c:pt>
                <c:pt idx="13">
                  <c:v>0.991</c:v>
                </c:pt>
                <c:pt idx="14">
                  <c:v>0.966</c:v>
                </c:pt>
                <c:pt idx="15">
                  <c:v>0.924</c:v>
                </c:pt>
                <c:pt idx="16">
                  <c:v>0.866</c:v>
                </c:pt>
                <c:pt idx="17">
                  <c:v>0.82</c:v>
                </c:pt>
                <c:pt idx="18">
                  <c:v>0.82</c:v>
                </c:pt>
                <c:pt idx="19">
                  <c:v>0.82</c:v>
                </c:pt>
                <c:pt idx="20">
                  <c:v>0.82</c:v>
                </c:pt>
                <c:pt idx="21">
                  <c:v>0.82</c:v>
                </c:pt>
                <c:pt idx="22">
                  <c:v>0.82</c:v>
                </c:pt>
                <c:pt idx="23">
                  <c:v>0.82</c:v>
                </c:pt>
                <c:pt idx="24">
                  <c:v>0.82</c:v>
                </c:pt>
                <c:pt idx="25">
                  <c:v>0.82</c:v>
                </c:pt>
                <c:pt idx="26">
                  <c:v>0.82</c:v>
                </c:pt>
                <c:pt idx="27">
                  <c:v>0.82</c:v>
                </c:pt>
                <c:pt idx="28">
                  <c:v>0.82</c:v>
                </c:pt>
                <c:pt idx="29">
                  <c:v>0.82</c:v>
                </c:pt>
                <c:pt idx="30">
                  <c:v>0.82</c:v>
                </c:pt>
                <c:pt idx="31">
                  <c:v>0.82</c:v>
                </c:pt>
                <c:pt idx="32">
                  <c:v>0.866</c:v>
                </c:pt>
                <c:pt idx="33">
                  <c:v>0.924</c:v>
                </c:pt>
                <c:pt idx="34">
                  <c:v>0.966</c:v>
                </c:pt>
                <c:pt idx="35">
                  <c:v>0.991</c:v>
                </c:pt>
                <c:pt idx="36">
                  <c:v>1.0</c:v>
                </c:pt>
                <c:pt idx="37">
                  <c:v>0.991</c:v>
                </c:pt>
                <c:pt idx="38">
                  <c:v>0.966</c:v>
                </c:pt>
                <c:pt idx="39">
                  <c:v>0.924</c:v>
                </c:pt>
                <c:pt idx="40">
                  <c:v>0.866</c:v>
                </c:pt>
                <c:pt idx="41">
                  <c:v>0.82</c:v>
                </c:pt>
                <c:pt idx="42">
                  <c:v>0.82</c:v>
                </c:pt>
                <c:pt idx="43">
                  <c:v>0.82</c:v>
                </c:pt>
                <c:pt idx="44">
                  <c:v>0.82</c:v>
                </c:pt>
                <c:pt idx="45">
                  <c:v>0.82</c:v>
                </c:pt>
                <c:pt idx="46">
                  <c:v>0.82</c:v>
                </c:pt>
                <c:pt idx="47">
                  <c:v>0.82</c:v>
                </c:pt>
                <c:pt idx="48">
                  <c:v>0.82</c:v>
                </c:pt>
                <c:pt idx="49">
                  <c:v>0.82</c:v>
                </c:pt>
                <c:pt idx="50">
                  <c:v>0.82</c:v>
                </c:pt>
                <c:pt idx="51">
                  <c:v>0.82</c:v>
                </c:pt>
                <c:pt idx="52">
                  <c:v>0.82</c:v>
                </c:pt>
                <c:pt idx="53">
                  <c:v>0.82</c:v>
                </c:pt>
                <c:pt idx="54">
                  <c:v>0.82</c:v>
                </c:pt>
                <c:pt idx="55">
                  <c:v>0.82</c:v>
                </c:pt>
                <c:pt idx="56">
                  <c:v>0.866</c:v>
                </c:pt>
                <c:pt idx="57">
                  <c:v>0.924</c:v>
                </c:pt>
                <c:pt idx="58">
                  <c:v>0.966</c:v>
                </c:pt>
                <c:pt idx="59">
                  <c:v>0.991</c:v>
                </c:pt>
                <c:pt idx="60">
                  <c:v>1.0</c:v>
                </c:pt>
                <c:pt idx="61">
                  <c:v>0.991</c:v>
                </c:pt>
                <c:pt idx="62">
                  <c:v>0.966</c:v>
                </c:pt>
                <c:pt idx="63">
                  <c:v>0.924</c:v>
                </c:pt>
                <c:pt idx="64">
                  <c:v>0.866</c:v>
                </c:pt>
                <c:pt idx="65">
                  <c:v>0.82</c:v>
                </c:pt>
                <c:pt idx="66">
                  <c:v>0.82</c:v>
                </c:pt>
                <c:pt idx="67">
                  <c:v>0.82</c:v>
                </c:pt>
                <c:pt idx="68">
                  <c:v>0.82</c:v>
                </c:pt>
                <c:pt idx="69">
                  <c:v>0.82</c:v>
                </c:pt>
                <c:pt idx="70">
                  <c:v>0.82</c:v>
                </c:pt>
                <c:pt idx="71">
                  <c:v>0.82</c:v>
                </c:pt>
                <c:pt idx="72">
                  <c:v>0.82</c:v>
                </c:pt>
                <c:pt idx="73">
                  <c:v>0.82</c:v>
                </c:pt>
                <c:pt idx="74">
                  <c:v>0.82</c:v>
                </c:pt>
                <c:pt idx="75">
                  <c:v>0.82</c:v>
                </c:pt>
                <c:pt idx="76">
                  <c:v>0.82</c:v>
                </c:pt>
                <c:pt idx="77">
                  <c:v>0.82</c:v>
                </c:pt>
                <c:pt idx="78">
                  <c:v>0.82</c:v>
                </c:pt>
                <c:pt idx="79">
                  <c:v>0.82</c:v>
                </c:pt>
                <c:pt idx="80">
                  <c:v>0.866</c:v>
                </c:pt>
                <c:pt idx="81">
                  <c:v>0.924</c:v>
                </c:pt>
                <c:pt idx="82">
                  <c:v>0.966</c:v>
                </c:pt>
                <c:pt idx="83">
                  <c:v>0.991</c:v>
                </c:pt>
                <c:pt idx="84">
                  <c:v>1.0</c:v>
                </c:pt>
                <c:pt idx="85">
                  <c:v>0.991</c:v>
                </c:pt>
                <c:pt idx="86">
                  <c:v>0.966</c:v>
                </c:pt>
                <c:pt idx="87">
                  <c:v>0.924</c:v>
                </c:pt>
                <c:pt idx="88">
                  <c:v>0.866</c:v>
                </c:pt>
                <c:pt idx="89">
                  <c:v>0.82</c:v>
                </c:pt>
                <c:pt idx="90">
                  <c:v>0.82</c:v>
                </c:pt>
                <c:pt idx="91">
                  <c:v>0.82</c:v>
                </c:pt>
                <c:pt idx="92">
                  <c:v>0.82</c:v>
                </c:pt>
                <c:pt idx="93">
                  <c:v>0.82</c:v>
                </c:pt>
                <c:pt idx="94">
                  <c:v>0.82</c:v>
                </c:pt>
                <c:pt idx="95">
                  <c:v>0.82</c:v>
                </c:pt>
                <c:pt idx="96">
                  <c:v>0.82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sl:dc-w0"/>
          <p:cNvCxnSpPr/>
          <p:nvPr/>
        </p:nvCxnSpPr>
        <p:spPr>
          <a:xfrm>
            <a:off x="7239000" y="2857500"/>
            <a:ext cx="76200" cy="14139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sl:dc-w1"/>
          <p:cNvCxnSpPr/>
          <p:nvPr/>
        </p:nvCxnSpPr>
        <p:spPr>
          <a:xfrm>
            <a:off x="7315200" y="2998891"/>
            <a:ext cx="76200" cy="13260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w2"/>
          <p:cNvCxnSpPr/>
          <p:nvPr/>
        </p:nvCxnSpPr>
        <p:spPr>
          <a:xfrm>
            <a:off x="7391400" y="3131491"/>
            <a:ext cx="76200" cy="1155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w3"/>
          <p:cNvCxnSpPr/>
          <p:nvPr/>
        </p:nvCxnSpPr>
        <p:spPr>
          <a:xfrm>
            <a:off x="7467600" y="3247056"/>
            <a:ext cx="76200" cy="913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w4"/>
          <p:cNvCxnSpPr/>
          <p:nvPr/>
        </p:nvCxnSpPr>
        <p:spPr>
          <a:xfrm>
            <a:off x="7543800" y="3338400"/>
            <a:ext cx="76200" cy="614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w5"/>
          <p:cNvCxnSpPr/>
          <p:nvPr/>
        </p:nvCxnSpPr>
        <p:spPr>
          <a:xfrm>
            <a:off x="7620000" y="3399844"/>
            <a:ext cx="76200" cy="27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w6"/>
          <p:cNvCxnSpPr/>
          <p:nvPr/>
        </p:nvCxnSpPr>
        <p:spPr>
          <a:xfrm flipH="1">
            <a:off x="7696200" y="3419847"/>
            <a:ext cx="76200" cy="772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w7"/>
          <p:cNvCxnSpPr/>
          <p:nvPr/>
        </p:nvCxnSpPr>
        <p:spPr>
          <a:xfrm flipH="1">
            <a:off x="7772400" y="3377163"/>
            <a:ext cx="76200" cy="426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w8"/>
          <p:cNvCxnSpPr/>
          <p:nvPr/>
        </p:nvCxnSpPr>
        <p:spPr>
          <a:xfrm flipH="1">
            <a:off x="7848600" y="3302168"/>
            <a:ext cx="76200" cy="74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w9"/>
          <p:cNvCxnSpPr/>
          <p:nvPr/>
        </p:nvCxnSpPr>
        <p:spPr>
          <a:xfrm flipH="1">
            <a:off x="7924800" y="3199526"/>
            <a:ext cx="76200" cy="10264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w10"/>
          <p:cNvCxnSpPr/>
          <p:nvPr/>
        </p:nvCxnSpPr>
        <p:spPr>
          <a:xfrm flipH="1">
            <a:off x="8001000" y="3075619"/>
            <a:ext cx="76200" cy="1239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w11"/>
          <p:cNvCxnSpPr/>
          <p:nvPr/>
        </p:nvCxnSpPr>
        <p:spPr>
          <a:xfrm flipH="1">
            <a:off x="8077200" y="2938150"/>
            <a:ext cx="76200" cy="13746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w12"/>
          <p:cNvCxnSpPr/>
          <p:nvPr/>
        </p:nvCxnSpPr>
        <p:spPr>
          <a:xfrm flipH="1">
            <a:off x="8153400" y="2795666"/>
            <a:ext cx="76200" cy="1424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dc-w13"/>
          <p:cNvCxnSpPr/>
          <p:nvPr/>
        </p:nvCxnSpPr>
        <p:spPr>
          <a:xfrm flipH="1">
            <a:off x="8229600" y="2657027"/>
            <a:ext cx="76200" cy="13863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dc-w14"/>
          <p:cNvCxnSpPr/>
          <p:nvPr/>
        </p:nvCxnSpPr>
        <p:spPr>
          <a:xfrm flipH="1">
            <a:off x="8305800" y="2530852"/>
            <a:ext cx="76200" cy="12617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dc-w15"/>
          <p:cNvCxnSpPr/>
          <p:nvPr/>
        </p:nvCxnSpPr>
        <p:spPr>
          <a:xfrm flipH="1">
            <a:off x="8382000" y="2424987"/>
            <a:ext cx="76200" cy="1058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dc-w16"/>
          <p:cNvCxnSpPr/>
          <p:nvPr/>
        </p:nvCxnSpPr>
        <p:spPr>
          <a:xfrm flipH="1">
            <a:off x="8458200" y="2346013"/>
            <a:ext cx="76200" cy="7897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dc-w17"/>
          <p:cNvCxnSpPr/>
          <p:nvPr/>
        </p:nvCxnSpPr>
        <p:spPr>
          <a:xfrm flipH="1">
            <a:off x="8534400" y="2298841"/>
            <a:ext cx="76200" cy="471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c-w18"/>
          <p:cNvCxnSpPr/>
          <p:nvPr/>
        </p:nvCxnSpPr>
        <p:spPr>
          <a:xfrm flipH="1">
            <a:off x="8610600" y="2286404"/>
            <a:ext cx="76200" cy="1243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c-w19"/>
          <p:cNvCxnSpPr/>
          <p:nvPr/>
        </p:nvCxnSpPr>
        <p:spPr>
          <a:xfrm>
            <a:off x="8686800" y="2286404"/>
            <a:ext cx="76200" cy="230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c-w20"/>
          <p:cNvCxnSpPr/>
          <p:nvPr/>
        </p:nvCxnSpPr>
        <p:spPr>
          <a:xfrm>
            <a:off x="8763000" y="2309474"/>
            <a:ext cx="76200" cy="571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c-w21"/>
          <p:cNvCxnSpPr/>
          <p:nvPr/>
        </p:nvCxnSpPr>
        <p:spPr>
          <a:xfrm>
            <a:off x="8839200" y="2366618"/>
            <a:ext cx="76200" cy="876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dc-w22"/>
          <p:cNvCxnSpPr/>
          <p:nvPr/>
        </p:nvCxnSpPr>
        <p:spPr>
          <a:xfrm>
            <a:off x="8915400" y="2454283"/>
            <a:ext cx="76200" cy="11273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dc-w23"/>
          <p:cNvCxnSpPr/>
          <p:nvPr/>
        </p:nvCxnSpPr>
        <p:spPr>
          <a:xfrm>
            <a:off x="8991600" y="2567018"/>
            <a:ext cx="76200" cy="13079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c-w24"/>
          <p:cNvCxnSpPr/>
          <p:nvPr/>
        </p:nvCxnSpPr>
        <p:spPr>
          <a:xfrm>
            <a:off x="9067800" y="2697814"/>
            <a:ext cx="76200" cy="140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dc-w25"/>
          <p:cNvCxnSpPr/>
          <p:nvPr/>
        </p:nvCxnSpPr>
        <p:spPr>
          <a:xfrm>
            <a:off x="9144000" y="2838538"/>
            <a:ext cx="76200" cy="1419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sl:dc-w26"/>
          <p:cNvCxnSpPr/>
          <p:nvPr/>
        </p:nvCxnSpPr>
        <p:spPr>
          <a:xfrm>
            <a:off x="9220200" y="2980441"/>
            <a:ext cx="76200" cy="13425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dc-w27"/>
          <p:cNvCxnSpPr/>
          <p:nvPr/>
        </p:nvCxnSpPr>
        <p:spPr>
          <a:xfrm>
            <a:off x="9296400" y="3114700"/>
            <a:ext cx="76200" cy="11826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sl:dc-w28"/>
          <p:cNvCxnSpPr/>
          <p:nvPr/>
        </p:nvCxnSpPr>
        <p:spPr>
          <a:xfrm>
            <a:off x="9372600" y="3232967"/>
            <a:ext cx="76200" cy="9492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sl:dc-w29"/>
          <p:cNvCxnSpPr/>
          <p:nvPr/>
        </p:nvCxnSpPr>
        <p:spPr>
          <a:xfrm>
            <a:off x="9448800" y="3327890"/>
            <a:ext cx="76200" cy="6567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dsl:dc-w30"/>
          <p:cNvCxnSpPr/>
          <p:nvPr/>
        </p:nvCxnSpPr>
        <p:spPr>
          <a:xfrm>
            <a:off x="9525000" y="3393566"/>
            <a:ext cx="76200" cy="323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sl:dc-w31"/>
          <p:cNvCxnSpPr/>
          <p:nvPr/>
        </p:nvCxnSpPr>
        <p:spPr>
          <a:xfrm flipH="1">
            <a:off x="9601200" y="3422918"/>
            <a:ext cx="76200" cy="2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sl:dc-w32"/>
          <p:cNvCxnSpPr/>
          <p:nvPr/>
        </p:nvCxnSpPr>
        <p:spPr>
          <a:xfrm flipH="1">
            <a:off x="9677400" y="3384768"/>
            <a:ext cx="76200" cy="3815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sl:dc-w33"/>
          <p:cNvCxnSpPr/>
          <p:nvPr/>
        </p:nvCxnSpPr>
        <p:spPr>
          <a:xfrm flipH="1">
            <a:off x="9753600" y="3313835"/>
            <a:ext cx="76200" cy="7093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sl:dc-w34"/>
          <p:cNvCxnSpPr/>
          <p:nvPr/>
        </p:nvCxnSpPr>
        <p:spPr>
          <a:xfrm flipH="1">
            <a:off x="9829800" y="3214529"/>
            <a:ext cx="76200" cy="9930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dsl:dc-w35"/>
          <p:cNvCxnSpPr/>
          <p:nvPr/>
        </p:nvCxnSpPr>
        <p:spPr>
          <a:xfrm flipH="1">
            <a:off x="9906000" y="3093025"/>
            <a:ext cx="76200" cy="12150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sl:dc-w36"/>
          <p:cNvCxnSpPr/>
          <p:nvPr/>
        </p:nvCxnSpPr>
        <p:spPr>
          <a:xfrm flipH="1">
            <a:off x="9982200" y="2956877"/>
            <a:ext cx="76200" cy="13614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sl:dc-w37"/>
          <p:cNvCxnSpPr/>
          <p:nvPr/>
        </p:nvCxnSpPr>
        <p:spPr>
          <a:xfrm flipH="1">
            <a:off x="10058400" y="2814551"/>
            <a:ext cx="76200" cy="14232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sl:dc-w38"/>
          <p:cNvCxnSpPr/>
          <p:nvPr/>
        </p:nvCxnSpPr>
        <p:spPr>
          <a:xfrm flipH="1">
            <a:off x="10134600" y="2674894"/>
            <a:ext cx="76200" cy="13965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sl:dc-w39"/>
          <p:cNvCxnSpPr/>
          <p:nvPr/>
        </p:nvCxnSpPr>
        <p:spPr>
          <a:xfrm flipH="1">
            <a:off x="10210800" y="2546591"/>
            <a:ext cx="76200" cy="1283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sl:dc-w40"/>
          <p:cNvCxnSpPr/>
          <p:nvPr/>
        </p:nvCxnSpPr>
        <p:spPr>
          <a:xfrm flipH="1">
            <a:off x="10287000" y="2437619"/>
            <a:ext cx="76200" cy="1089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dsl:dc-w41"/>
          <p:cNvCxnSpPr/>
          <p:nvPr/>
        </p:nvCxnSpPr>
        <p:spPr>
          <a:xfrm flipH="1">
            <a:off x="10363200" y="2354753"/>
            <a:ext cx="76200" cy="8286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sl:dc-w42"/>
          <p:cNvCxnSpPr/>
          <p:nvPr/>
        </p:nvCxnSpPr>
        <p:spPr>
          <a:xfrm flipH="1">
            <a:off x="10439400" y="2303146"/>
            <a:ext cx="76200" cy="516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dsl:dc-w43"/>
          <p:cNvCxnSpPr/>
          <p:nvPr/>
        </p:nvCxnSpPr>
        <p:spPr>
          <a:xfrm flipH="1">
            <a:off x="10515600" y="2286005"/>
            <a:ext cx="76200" cy="1714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sl:dc-w44"/>
          <p:cNvCxnSpPr/>
          <p:nvPr/>
        </p:nvCxnSpPr>
        <p:spPr>
          <a:xfrm>
            <a:off x="10591800" y="2286005"/>
            <a:ext cx="76200" cy="1839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sl:dc-w45"/>
          <p:cNvCxnSpPr/>
          <p:nvPr/>
        </p:nvCxnSpPr>
        <p:spPr>
          <a:xfrm>
            <a:off x="10668000" y="2304397"/>
            <a:ext cx="76200" cy="5278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sl:dc-w46"/>
          <p:cNvCxnSpPr/>
          <p:nvPr/>
        </p:nvCxnSpPr>
        <p:spPr>
          <a:xfrm>
            <a:off x="10744200" y="2357179"/>
            <a:ext cx="76200" cy="8388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dsl:dc-w47"/>
          <p:cNvCxnSpPr/>
          <p:nvPr/>
        </p:nvCxnSpPr>
        <p:spPr>
          <a:xfrm>
            <a:off x="10820400" y="2441067"/>
            <a:ext cx="76200" cy="10978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sl:dc-w48"/>
          <p:cNvCxnSpPr/>
          <p:nvPr/>
        </p:nvCxnSpPr>
        <p:spPr>
          <a:xfrm>
            <a:off x="10896600" y="2550848"/>
            <a:ext cx="76200" cy="1288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dsl:dc-w49"/>
          <p:cNvCxnSpPr/>
          <p:nvPr/>
        </p:nvCxnSpPr>
        <p:spPr>
          <a:xfrm>
            <a:off x="10972800" y="2679695"/>
            <a:ext cx="76200" cy="13990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dsl:dc-w50"/>
          <p:cNvCxnSpPr/>
          <p:nvPr/>
        </p:nvCxnSpPr>
        <p:spPr>
          <a:xfrm>
            <a:off x="11049000" y="2819597"/>
            <a:ext cx="76200" cy="14225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sl:dc-w51"/>
          <p:cNvCxnSpPr/>
          <p:nvPr/>
        </p:nvCxnSpPr>
        <p:spPr>
          <a:xfrm>
            <a:off x="11125200" y="2961855"/>
            <a:ext cx="76200" cy="1357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dsl:dc-w52"/>
          <p:cNvCxnSpPr/>
          <p:nvPr/>
        </p:nvCxnSpPr>
        <p:spPr>
          <a:xfrm>
            <a:off x="11201400" y="3097625"/>
            <a:ext cx="76200" cy="12084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dsl:dc-w53"/>
          <p:cNvCxnSpPr/>
          <p:nvPr/>
        </p:nvCxnSpPr>
        <p:spPr>
          <a:xfrm>
            <a:off x="11277600" y="3218465"/>
            <a:ext cx="76200" cy="9839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sl:dc-w54"/>
          <p:cNvCxnSpPr/>
          <p:nvPr/>
        </p:nvCxnSpPr>
        <p:spPr>
          <a:xfrm>
            <a:off x="11353800" y="3316862"/>
            <a:ext cx="76200" cy="6983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sl:dc-dot"/>
          <p:cNvSpPr/>
          <p:nvPr/>
        </p:nvSpPr>
        <p:spPr>
          <a:xfrm>
            <a:off x="9620250" y="4476750"/>
            <a:ext cx="133350" cy="13335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21</a:t>
            </a:r>
          </a:p>
        </p:txBody>
      </p:sp>
      <p:sp>
        <p:nvSpPr>
          <p:cNvPr id="59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Alternating Currents</a:t>
            </a:r>
          </a:p>
        </p:txBody>
      </p:sp>
      <p:sp>
        <p:nvSpPr>
          <p:cNvPr id="60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交流电</a:t>
            </a:r>
          </a:p>
        </p:txBody>
      </p:sp>
      <p:cxnSp>
        <p:nvCxnSpPr>
          <p:cNvPr id="61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63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13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21.1 Characteristics of alternating currents 交流电的特征</a:t>
            </a:r>
          </a:p>
        </p:txBody>
      </p:sp>
      <p:pic>
        <p:nvPicPr>
          <p:cNvPr id="14" name="dsl:oc0_0|i=fas:square-check" descr="tmpszyfyq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Period, frequency, peak value and peak-to-peak value 周期/频率/峰值</a:t>
            </a:r>
          </a:p>
        </p:txBody>
      </p:sp>
      <p:pic>
        <p:nvPicPr>
          <p:cNvPr id="16" name="dsl:oc0_1|i=fas:square-check" descr="tmpszyfyq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Use x = x₀ sin ωt for alternating current and voltage 正弦表示</a:t>
            </a:r>
          </a:p>
        </p:txBody>
      </p:sp>
      <p:pic>
        <p:nvPicPr>
          <p:cNvPr id="18" name="dsl:oc0_2|i=fas:square-check" descr="tmpszyfyq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7146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6860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Use a CRO to measure period, frequency and peak voltage 示波器测量</a:t>
            </a:r>
          </a:p>
        </p:txBody>
      </p:sp>
      <p:sp>
        <p:nvSpPr>
          <p:cNvPr id="20" name="dsl:og1"/>
          <p:cNvSpPr txBox="1"/>
          <p:nvPr/>
        </p:nvSpPr>
        <p:spPr>
          <a:xfrm>
            <a:off x="3467100" y="31051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21.2 Rectification and smoothing 整流与滤波</a:t>
            </a:r>
          </a:p>
        </p:txBody>
      </p:sp>
      <p:pic>
        <p:nvPicPr>
          <p:cNvPr id="21" name="dsl:oc1_0|i=fas:square-check" descr="tmpszyfyq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0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Mean power in a resistive load; r.m.s. values 平均功率与方均根值</a:t>
            </a:r>
          </a:p>
        </p:txBody>
      </p:sp>
      <p:pic>
        <p:nvPicPr>
          <p:cNvPr id="23" name="dsl:oc1_1|i=fas:square-check" descr="tmpszyfyq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7623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1"/>
          <p:cNvSpPr txBox="1"/>
          <p:nvPr/>
        </p:nvSpPr>
        <p:spPr>
          <a:xfrm>
            <a:off x="3752850" y="37338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Half-wave and full-wave (bridge) rectification 半波与桥式整流</a:t>
            </a:r>
          </a:p>
        </p:txBody>
      </p:sp>
      <p:pic>
        <p:nvPicPr>
          <p:cNvPr id="25" name="dsl:oc1_2|i=fas:square-check" descr="tmpszyfyq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0671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ot1_2"/>
          <p:cNvSpPr txBox="1"/>
          <p:nvPr/>
        </p:nvSpPr>
        <p:spPr>
          <a:xfrm>
            <a:off x="3752850" y="40386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Smoothing the rectified output using a capacitor 电容滤波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Characteristics of AC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交流电的特征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alternating current (a.c.)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periodically reverses its direction. For a sinusoidal supply, current and voltage vary with time as a sine function.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方向周期性变化的电流；正弦交流电随时间按正弦规律变化。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,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峰值 x₀ · 角频率 ω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076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Peak value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峰值: amplitude I₀ or V₀；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peak-to-peak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峰-峰值 = 2V₀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Mean value over one cycle = 0，但传输的功率不为零 平均值零≠功率零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dsl:ac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Sinusoidal a.c. voltage 正弦交流电压波形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Power in an AC Circuit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交流电路的功率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13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Instantaneous power 瞬时功率: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Sup>
                  <m:sSub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sin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always positive 始终为正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Mean of sin²ωt over one cycle = ½ sin² 平均值为 1/2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So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mean power is half the maximum power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平均功率=最大功率一半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33813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33813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sSubSup>
                  <m:sSub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33813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正弦交流电专用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dsl:p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p is always positive; mean = ½ of peak 功率恒正，均值减半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Root-Mean-Square Values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方均根值 (r.m.s.)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r.m.s. value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an alternating current/voltage is the value of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steady direct current/voltage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that would produce thermal energy at the same rate in a resistor.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方均根值：在电阻中产生相同热效应的等效直流值。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num>
                  <m:den>
                    <m:rad>
                      <m:radPr>
                        <m:degHide m:val="1"/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,</m:t>
                </m:r>
                <m:r>
                  <m:t> 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num>
                  <m:den>
                    <m:rad>
                      <m:radPr>
                        <m:degHide m:val="1"/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仅适用于正弦波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Quoted supply voltages are r.m.s. values: 230 V mains has V₀ = 325 V 市电标称值是 rms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Power formulas use r.m.s. values: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Sup>
                  <m:sSub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Sup>
                  <m:sSub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</a:p>
        </p:txBody>
      </p:sp>
      <p:sp>
        <p:nvSpPr>
          <p:cNvPr id="16" name="dsl:flow-b0"/>
          <p:cNvSpPr/>
          <p:nvPr/>
        </p:nvSpPr>
        <p:spPr>
          <a:xfrm>
            <a:off x="2476500" y="4591050"/>
            <a:ext cx="2286000" cy="857250"/>
          </a:xfrm>
          <a:prstGeom prst="roundRect">
            <a:avLst>
              <a:gd name="adj" fmla="val 10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flow-t0"/>
          <p:cNvSpPr txBox="1"/>
          <p:nvPr/>
        </p:nvSpPr>
        <p:spPr>
          <a:xfrm>
            <a:off x="2571750" y="4667250"/>
            <a:ext cx="2095500" cy="7048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square the values 先平方</a:t>
            </a:r>
          </a:p>
        </p:txBody>
      </p:sp>
      <p:cxnSp>
        <p:nvCxnSpPr>
          <p:cNvPr id="18" name="dsl:flow-a0"/>
          <p:cNvCxnSpPr/>
          <p:nvPr/>
        </p:nvCxnSpPr>
        <p:spPr>
          <a:xfrm>
            <a:off x="4781550" y="5019675"/>
            <a:ext cx="15240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flow-b1"/>
          <p:cNvSpPr/>
          <p:nvPr/>
        </p:nvSpPr>
        <p:spPr>
          <a:xfrm>
            <a:off x="4953000" y="4591050"/>
            <a:ext cx="2286000" cy="857250"/>
          </a:xfrm>
          <a:prstGeom prst="roundRect">
            <a:avLst>
              <a:gd name="adj" fmla="val 10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flow-t1"/>
          <p:cNvSpPr txBox="1"/>
          <p:nvPr/>
        </p:nvSpPr>
        <p:spPr>
          <a:xfrm>
            <a:off x="5048250" y="4667250"/>
            <a:ext cx="2095500" cy="7048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take the mean 取平均</a:t>
            </a:r>
          </a:p>
        </p:txBody>
      </p:sp>
      <p:cxnSp>
        <p:nvCxnSpPr>
          <p:cNvPr id="21" name="dsl:flow-a1"/>
          <p:cNvCxnSpPr/>
          <p:nvPr/>
        </p:nvCxnSpPr>
        <p:spPr>
          <a:xfrm>
            <a:off x="7258050" y="5019675"/>
            <a:ext cx="15240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flow-b2"/>
          <p:cNvSpPr/>
          <p:nvPr/>
        </p:nvSpPr>
        <p:spPr>
          <a:xfrm>
            <a:off x="7429500" y="4591050"/>
            <a:ext cx="2286000" cy="857250"/>
          </a:xfrm>
          <a:prstGeom prst="roundRect">
            <a:avLst>
              <a:gd name="adj" fmla="val 10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flow-t2"/>
          <p:cNvSpPr txBox="1"/>
          <p:nvPr/>
        </p:nvSpPr>
        <p:spPr>
          <a:xfrm>
            <a:off x="7524750" y="4667250"/>
            <a:ext cx="2095500" cy="7048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square root 再开方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Half-Wave Rectification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半波整流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59067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59067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3620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Rectification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conversion of a.c. into d.c. A single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diode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conducts only when forward-biased, so current flows through the load during only one half of each cycle.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整流=交流变直流；单个二极管正向导通、反向截止。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571875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Output: pulsating d.c. — one half-cycle missing 输出为脉动直流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Diode symbol: current allowed in direction of arrow 二极管符号：箭头方向允许电流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Simple, but wastes half of every cycle 效率低，纹波大</a:t>
            </a:r>
          </a:p>
        </p:txBody>
      </p:sp>
      <p:sp>
        <p:nvSpPr>
          <p:cNvPr id="13" name="dsl:dg2-canvas"/>
          <p:cNvSpPr/>
          <p:nvPr/>
        </p:nvSpPr>
        <p:spPr>
          <a:xfrm>
            <a:off x="6286500" y="1809750"/>
            <a:ext cx="5295900" cy="1809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hw-w1"/>
          <p:cNvCxnSpPr/>
          <p:nvPr/>
        </p:nvCxnSpPr>
        <p:spPr>
          <a:xfrm>
            <a:off x="6934200" y="2714625"/>
            <a:ext cx="3048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hw-src"/>
          <p:cNvSpPr/>
          <p:nvPr/>
        </p:nvSpPr>
        <p:spPr>
          <a:xfrm>
            <a:off x="6553200" y="2543175"/>
            <a:ext cx="342900" cy="342900"/>
          </a:xfrm>
          <a:prstGeom prst="ellipse">
            <a:avLst/>
          </a:prstGeom>
          <a:noFill/>
          <a:ln w="25400">
            <a:solidFill>
              <a:srgbClr val="1C2B3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hw-st"/>
          <p:cNvSpPr txBox="1"/>
          <p:nvPr/>
        </p:nvSpPr>
        <p:spPr>
          <a:xfrm>
            <a:off x="6553200" y="2543175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~</a:t>
            </a:r>
          </a:p>
        </p:txBody>
      </p:sp>
      <p:cxnSp>
        <p:nvCxnSpPr>
          <p:cNvPr id="17" name="dsl:hw-w2"/>
          <p:cNvCxnSpPr/>
          <p:nvPr/>
        </p:nvCxnSpPr>
        <p:spPr>
          <a:xfrm>
            <a:off x="7239000" y="2714625"/>
            <a:ext cx="3810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hw-di"/>
          <p:cNvSpPr/>
          <p:nvPr/>
        </p:nvSpPr>
        <p:spPr>
          <a:xfrm>
            <a:off x="7620000" y="2600325"/>
            <a:ext cx="228600" cy="228600"/>
          </a:xfrm>
          <a:prstGeom prst="rtTriangl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dsl:hw-db"/>
          <p:cNvCxnSpPr/>
          <p:nvPr/>
        </p:nvCxnSpPr>
        <p:spPr>
          <a:xfrm>
            <a:off x="7867650" y="2562225"/>
            <a:ext cx="0" cy="3048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hw-w3"/>
          <p:cNvCxnSpPr/>
          <p:nvPr/>
        </p:nvCxnSpPr>
        <p:spPr>
          <a:xfrm>
            <a:off x="7867650" y="2714625"/>
            <a:ext cx="5143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hw-r"/>
          <p:cNvSpPr/>
          <p:nvPr/>
        </p:nvSpPr>
        <p:spPr>
          <a:xfrm>
            <a:off x="8382000" y="2581275"/>
            <a:ext cx="533400" cy="266700"/>
          </a:xfrm>
          <a:prstGeom prst="rect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hw-rt"/>
          <p:cNvSpPr txBox="1"/>
          <p:nvPr/>
        </p:nvSpPr>
        <p:spPr>
          <a:xfrm>
            <a:off x="8382000" y="2581275"/>
            <a:ext cx="5334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i="1" sz="1125" noProof="1">
                <a:solidFill>
                  <a:srgbClr val="0E4D64"/>
                </a:solidFill>
                <a:latin typeface="MiSans"/>
                <a:ea typeface="MiSans"/>
              </a:rPr>
              <a:t>R</a:t>
            </a:r>
          </a:p>
        </p:txBody>
      </p:sp>
      <p:cxnSp>
        <p:nvCxnSpPr>
          <p:cNvPr id="23" name="dsl:hw-w4"/>
          <p:cNvCxnSpPr/>
          <p:nvPr/>
        </p:nvCxnSpPr>
        <p:spPr>
          <a:xfrm>
            <a:off x="8915400" y="2714625"/>
            <a:ext cx="5143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hw-w5"/>
          <p:cNvCxnSpPr/>
          <p:nvPr/>
        </p:nvCxnSpPr>
        <p:spPr>
          <a:xfrm>
            <a:off x="9429750" y="2714625"/>
            <a:ext cx="0" cy="523875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hw-w6"/>
          <p:cNvCxnSpPr/>
          <p:nvPr/>
        </p:nvCxnSpPr>
        <p:spPr>
          <a:xfrm>
            <a:off x="6724650" y="3238500"/>
            <a:ext cx="27051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hw-w7"/>
          <p:cNvCxnSpPr/>
          <p:nvPr/>
        </p:nvCxnSpPr>
        <p:spPr>
          <a:xfrm>
            <a:off x="6724650" y="2886075"/>
            <a:ext cx="0" cy="352425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dsl:hw-chart"/>
          <p:cNvGraphicFramePr>
            <a:graphicFrameLocks noGrp="1"/>
          </p:cNvGraphicFramePr>
          <p:nvPr/>
        </p:nvGraphicFramePr>
        <p:xfrm>
          <a:off x="6667500" y="3810000"/>
          <a:ext cx="4667250" cy="1809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Full-Wave Rectification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桥式全波整流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8478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8478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bridge rectifier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uses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four diodes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Two diodes conduct on the positive half-cycle and the other two on the negative half-cycle, so current through the load is always in the same direction.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桥式整流：四只二极管，正负半周各导通两只，负载电流方向不变。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829050"/>
            <a:ext cx="5334000" cy="1152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Output uses both half-cycles 两个半周都被利用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Mean output double that of half-wave 平均输出是半波的两倍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Still pulsating — needs smoothing 仍需滤波平滑</a:t>
            </a:r>
          </a:p>
        </p:txBody>
      </p:sp>
      <p:sp>
        <p:nvSpPr>
          <p:cNvPr id="13" name="dsl:dg2-canvas"/>
          <p:cNvSpPr/>
          <p:nvPr/>
        </p:nvSpPr>
        <p:spPr>
          <a:xfrm>
            <a:off x="6286500" y="1809750"/>
            <a:ext cx="5295900" cy="1809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d-d0"/>
          <p:cNvSpPr/>
          <p:nvPr/>
        </p:nvSpPr>
        <p:spPr>
          <a:xfrm>
            <a:off x="7600950" y="1943100"/>
            <a:ext cx="228600" cy="228600"/>
          </a:xfrm>
          <a:prstGeom prst="rtTriangl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bd-d1"/>
          <p:cNvSpPr/>
          <p:nvPr/>
        </p:nvSpPr>
        <p:spPr>
          <a:xfrm rot="5400000">
            <a:off x="7924800" y="2266950"/>
            <a:ext cx="228600" cy="228600"/>
          </a:xfrm>
          <a:prstGeom prst="rtTriangl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bd-d2"/>
          <p:cNvSpPr/>
          <p:nvPr/>
        </p:nvSpPr>
        <p:spPr>
          <a:xfrm rot="10800000">
            <a:off x="7600950" y="2590800"/>
            <a:ext cx="228600" cy="228600"/>
          </a:xfrm>
          <a:prstGeom prst="rtTriangl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bd-d3"/>
          <p:cNvSpPr/>
          <p:nvPr/>
        </p:nvSpPr>
        <p:spPr>
          <a:xfrm rot="16200000">
            <a:off x="7277100" y="2266950"/>
            <a:ext cx="228600" cy="228600"/>
          </a:xfrm>
          <a:prstGeom prst="rtTriangl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bd-cap|s=$small"/>
          <p:cNvSpPr txBox="1"/>
          <p:nvPr/>
        </p:nvSpPr>
        <p:spPr>
          <a:xfrm>
            <a:off x="6286500" y="3143250"/>
            <a:ext cx="52959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bridge of 4 diodes 四二极管电桥（菱形）</a:t>
            </a:r>
          </a:p>
        </p:txBody>
      </p:sp>
      <p:cxnSp>
        <p:nvCxnSpPr>
          <p:cNvPr id="19" name="dsl:bd-a"/>
          <p:cNvCxnSpPr/>
          <p:nvPr/>
        </p:nvCxnSpPr>
        <p:spPr>
          <a:xfrm>
            <a:off x="6667500" y="2714625"/>
            <a:ext cx="5905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bd-b"/>
          <p:cNvCxnSpPr/>
          <p:nvPr/>
        </p:nvCxnSpPr>
        <p:spPr>
          <a:xfrm>
            <a:off x="8172450" y="2714625"/>
            <a:ext cx="7810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dsl:fw-chart"/>
          <p:cNvGraphicFramePr>
            <a:graphicFrameLocks noGrp="1"/>
          </p:cNvGraphicFramePr>
          <p:nvPr/>
        </p:nvGraphicFramePr>
        <p:xfrm>
          <a:off x="6667500" y="3810000"/>
          <a:ext cx="4667250" cy="1809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Smoothing with a Capacitor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电容滤波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8478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8478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capacitor connected in parallel with the load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charges up near the peak voltage, then discharges slowly through the load when the rectified voltage falls, keeping the output nearly steady.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与负载并联的电容：峰值时充电、下降时放电补流，使输出平缓。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829050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Remaining small variation =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ripple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残余波动称纹波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Larger C or larger load R ⇒ slower discharge ⇒ smaller ripple C、R 越大纹波越小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Trade-off: very large C gives large surge currents through diodes 电容太大冲击电流大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dsl:sm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Capacitor smoothing reduces ripple 滤波减小纹波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21A &amp; 21B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13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21A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11525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9239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The variation with time t (in s) of the p.d. V (in V) of an alternating supply is</a:t>
            </a:r>
          </a:p>
          <a:p>
            <a:pPr algn="l">
              <a:lnSpc>
                <a:spcPct val="135000"/>
              </a:lnSpc>
            </a:pP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24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380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Determine: a) the peak p.d.; b) the frequency.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33242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Peak value = amplitude of the sine function ⇒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24</m:t>
                </m:r>
                <m:r>
                  <m:t> 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Compare with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: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380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rad s⁻¹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380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60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Hz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41719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41719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41719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V₀ = 24 V;  f = 60 Hz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21B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619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390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An a.c. signal on a CRO shows 2 complete cycles occupying 6.0 cm, with the time-base set at 0.50 ms cm⁻¹. Find the frequency.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7908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Length of one cycle L = 6.0/2 = 3.0 cm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Period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3.0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0.50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= 1.5 ms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1.5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670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Hz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3638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638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638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f ≈ 670 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21C &amp; 21D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13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21C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619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390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On a CRO with y-gain set at 5.0 mV cm⁻¹, the amplitude of the trace is 1.4 cm. Find the peak voltage of the signal.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7908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Peak voltage = amplitude × y-gain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1.4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5.0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7.0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mV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33718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3718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3718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V₀ = 7.0 mV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21D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619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390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 1.5 kW heater is connected to the 230 V mains. Calculate the peak current in the heater and its resistance.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7908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230 V is the r.m.s. value: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1500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230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6.5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A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Peak current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rad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6.5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9.2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A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230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6.5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35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Ω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3638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638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638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I₀ = 9.2 A;  R = 35 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13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peak value of the mains voltage in India is 325 V. Calculate the r.m.s. voltage, and the mean power dissipated in a 60 Ω resistor.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CRO trace shows one complete cycle occupying 4.0 cm with the time-base at 2.0 ms cm⁻¹. Determine the frequency of the signal.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In a bridge rectifier, state which pair of diodes conducts during the positive half-cycle of the input, and explain why the output current through the load never reverses.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Q1: V_rms = 325/√2 = 230 V, P = 230²/60 ≈ 880 W　Q2: T = 8.0 ms, f = 125 Hz　Q3: 对角一对二极管导通；两半周电流经负载方向相同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13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正弦交流表示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角频率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sSubSup>
                  <m:sSub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平均功率=峰值一半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ad>
                  <m:radPr>
                    <m:degHide m:val="1"/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rad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方均根电流</a:t>
            </a:r>
          </a:p>
        </p:txBody>
      </p:sp>
      <p:sp>
        <p:nvSpPr>
          <p:cNvPr id="22" name="dsl:smf4-bg"/>
          <p:cNvSpPr/>
          <p:nvPr/>
        </p:nvSpPr>
        <p:spPr>
          <a:xfrm>
            <a:off x="6096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7620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ad>
                  <m:radPr>
                    <m:degHide m:val="1"/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rad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7620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方均根电压</a:t>
            </a:r>
          </a:p>
        </p:txBody>
      </p:sp>
      <p:sp>
        <p:nvSpPr>
          <p:cNvPr id="25" name="dsl:smf5-bg"/>
          <p:cNvSpPr/>
          <p:nvPr/>
        </p:nvSpPr>
        <p:spPr>
          <a:xfrm>
            <a:off x="61722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63246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63246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功率用 rms 值</a:t>
            </a:r>
          </a:p>
        </p:txBody>
      </p:sp>
      <p:sp>
        <p:nvSpPr>
          <p:cNvPr id="28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9" name="dsl:sm-ideas"/>
          <p:cNvSpPr txBox="1"/>
          <p:nvPr/>
        </p:nvSpPr>
        <p:spPr>
          <a:xfrm>
            <a:off x="609600" y="4629150"/>
            <a:ext cx="10972800" cy="10572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r.m.s. value = equivalent steady d.c. value giving the same heating effect 等效热效应直流值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Half-wave: one diode, half of each cycle wasted 半波：一只二极管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Bridge full-wave: four diodes, both half-cycles used 桥式：四只二极管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Parallel capacitor smooths the output; ripple ↓ as C or R ↑ 并联电容滤波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21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21 Alternating Currents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13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riangle-exclamation" descr="tmpkmoea44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I₀/√2 applies to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sinusoidal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waveforms only. For square or triangular waves the r.m.s. factor is different. /√2 仅适用正弦波。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5146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alculator" descr="tmpkmoea44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479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6098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Always use r.m.s. values in power calculations; using peak values overestimates power by a factor of 2. 功率计算用 rms 值。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2385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wave-square" descr="tmpkmoea44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718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3337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When sketching rectified waveforms, keep the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same period and amplitude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as the input; for half-wave show gaps, for full-wave flip the negative half up. 画波形注意周期幅值不变。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9624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ruler" descr="tmpkmoea44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95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40576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CRO readings: period = length × time-base; peak voltage = amplitude × y-gain. Measure several cycles and average. 示波器：长度×档位。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60421739-8B50-463B-913B-3D89386383C0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