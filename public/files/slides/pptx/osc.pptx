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 位移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0.0</c:v>
                </c:pt>
                <c:pt idx="1">
                  <c:v>0.157</c:v>
                </c:pt>
                <c:pt idx="2">
                  <c:v>0.314</c:v>
                </c:pt>
                <c:pt idx="3">
                  <c:v>0.471</c:v>
                </c:pt>
                <c:pt idx="4">
                  <c:v>0.628</c:v>
                </c:pt>
                <c:pt idx="5">
                  <c:v>0.785</c:v>
                </c:pt>
                <c:pt idx="6">
                  <c:v>0.942</c:v>
                </c:pt>
                <c:pt idx="7">
                  <c:v>1.1</c:v>
                </c:pt>
                <c:pt idx="8">
                  <c:v>1.257</c:v>
                </c:pt>
                <c:pt idx="9">
                  <c:v>1.414</c:v>
                </c:pt>
                <c:pt idx="10">
                  <c:v>1.571</c:v>
                </c:pt>
                <c:pt idx="11">
                  <c:v>1.728</c:v>
                </c:pt>
                <c:pt idx="12">
                  <c:v>1.885</c:v>
                </c:pt>
                <c:pt idx="13">
                  <c:v>2.042</c:v>
                </c:pt>
                <c:pt idx="14">
                  <c:v>2.199</c:v>
                </c:pt>
                <c:pt idx="15">
                  <c:v>2.356</c:v>
                </c:pt>
                <c:pt idx="16">
                  <c:v>2.513</c:v>
                </c:pt>
                <c:pt idx="17">
                  <c:v>2.67</c:v>
                </c:pt>
                <c:pt idx="18">
                  <c:v>2.827</c:v>
                </c:pt>
                <c:pt idx="19">
                  <c:v>2.985</c:v>
                </c:pt>
                <c:pt idx="20">
                  <c:v>3.142</c:v>
                </c:pt>
                <c:pt idx="21">
                  <c:v>3.299</c:v>
                </c:pt>
                <c:pt idx="22">
                  <c:v>3.456</c:v>
                </c:pt>
                <c:pt idx="23">
                  <c:v>3.613</c:v>
                </c:pt>
                <c:pt idx="24">
                  <c:v>3.77</c:v>
                </c:pt>
                <c:pt idx="25">
                  <c:v>3.927</c:v>
                </c:pt>
                <c:pt idx="26">
                  <c:v>4.084</c:v>
                </c:pt>
                <c:pt idx="27">
                  <c:v>4.241</c:v>
                </c:pt>
                <c:pt idx="28">
                  <c:v>4.398</c:v>
                </c:pt>
                <c:pt idx="29">
                  <c:v>4.555</c:v>
                </c:pt>
                <c:pt idx="30">
                  <c:v>4.712</c:v>
                </c:pt>
                <c:pt idx="31">
                  <c:v>4.869</c:v>
                </c:pt>
                <c:pt idx="32">
                  <c:v>5.027</c:v>
                </c:pt>
                <c:pt idx="33">
                  <c:v>5.184</c:v>
                </c:pt>
                <c:pt idx="34">
                  <c:v>5.341</c:v>
                </c:pt>
                <c:pt idx="35">
                  <c:v>5.498</c:v>
                </c:pt>
                <c:pt idx="36">
                  <c:v>5.655</c:v>
                </c:pt>
                <c:pt idx="37">
                  <c:v>5.812</c:v>
                </c:pt>
                <c:pt idx="38">
                  <c:v>5.969</c:v>
                </c:pt>
                <c:pt idx="39">
                  <c:v>6.126</c:v>
                </c:pt>
                <c:pt idx="40">
                  <c:v>6.283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</c:v>
                </c:pt>
                <c:pt idx="1">
                  <c:v>0.156</c:v>
                </c:pt>
                <c:pt idx="2">
                  <c:v>0.309</c:v>
                </c:pt>
                <c:pt idx="3">
                  <c:v>0.454</c:v>
                </c:pt>
                <c:pt idx="4">
                  <c:v>0.588</c:v>
                </c:pt>
                <c:pt idx="5">
                  <c:v>0.707</c:v>
                </c:pt>
                <c:pt idx="6">
                  <c:v>0.809</c:v>
                </c:pt>
                <c:pt idx="7">
                  <c:v>0.891</c:v>
                </c:pt>
                <c:pt idx="8">
                  <c:v>0.951</c:v>
                </c:pt>
                <c:pt idx="9">
                  <c:v>0.988</c:v>
                </c:pt>
                <c:pt idx="10">
                  <c:v>1.0</c:v>
                </c:pt>
                <c:pt idx="11">
                  <c:v>0.988</c:v>
                </c:pt>
                <c:pt idx="12">
                  <c:v>0.951</c:v>
                </c:pt>
                <c:pt idx="13">
                  <c:v>0.891</c:v>
                </c:pt>
                <c:pt idx="14">
                  <c:v>0.809</c:v>
                </c:pt>
                <c:pt idx="15">
                  <c:v>0.707</c:v>
                </c:pt>
                <c:pt idx="16">
                  <c:v>0.588</c:v>
                </c:pt>
                <c:pt idx="17">
                  <c:v>0.454</c:v>
                </c:pt>
                <c:pt idx="18">
                  <c:v>0.309</c:v>
                </c:pt>
                <c:pt idx="19">
                  <c:v>0.156</c:v>
                </c:pt>
                <c:pt idx="20">
                  <c:v>0.0</c:v>
                </c:pt>
                <c:pt idx="21">
                  <c:v>-0.156</c:v>
                </c:pt>
                <c:pt idx="22">
                  <c:v>-0.309</c:v>
                </c:pt>
                <c:pt idx="23">
                  <c:v>-0.454</c:v>
                </c:pt>
                <c:pt idx="24">
                  <c:v>-0.588</c:v>
                </c:pt>
                <c:pt idx="25">
                  <c:v>-0.707</c:v>
                </c:pt>
                <c:pt idx="26">
                  <c:v>-0.809</c:v>
                </c:pt>
                <c:pt idx="27">
                  <c:v>-0.891</c:v>
                </c:pt>
                <c:pt idx="28">
                  <c:v>-0.951</c:v>
                </c:pt>
                <c:pt idx="29">
                  <c:v>-0.988</c:v>
                </c:pt>
                <c:pt idx="30">
                  <c:v>-1.0</c:v>
                </c:pt>
                <c:pt idx="31">
                  <c:v>-0.988</c:v>
                </c:pt>
                <c:pt idx="32">
                  <c:v>-0.951</c:v>
                </c:pt>
                <c:pt idx="33">
                  <c:v>-0.891</c:v>
                </c:pt>
                <c:pt idx="34">
                  <c:v>-0.809</c:v>
                </c:pt>
                <c:pt idx="35">
                  <c:v>-0.707</c:v>
                </c:pt>
                <c:pt idx="36">
                  <c:v>-0.588</c:v>
                </c:pt>
                <c:pt idx="37">
                  <c:v>-0.454</c:v>
                </c:pt>
                <c:pt idx="38">
                  <c:v>-0.309</c:v>
                </c:pt>
                <c:pt idx="39">
                  <c:v>-0.156</c:v>
                </c:pt>
                <c:pt idx="40">
                  <c:v>-0.0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 速度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0.0</c:v>
                </c:pt>
                <c:pt idx="1">
                  <c:v>0.157</c:v>
                </c:pt>
                <c:pt idx="2">
                  <c:v>0.314</c:v>
                </c:pt>
                <c:pt idx="3">
                  <c:v>0.471</c:v>
                </c:pt>
                <c:pt idx="4">
                  <c:v>0.628</c:v>
                </c:pt>
                <c:pt idx="5">
                  <c:v>0.785</c:v>
                </c:pt>
                <c:pt idx="6">
                  <c:v>0.942</c:v>
                </c:pt>
                <c:pt idx="7">
                  <c:v>1.1</c:v>
                </c:pt>
                <c:pt idx="8">
                  <c:v>1.257</c:v>
                </c:pt>
                <c:pt idx="9">
                  <c:v>1.414</c:v>
                </c:pt>
                <c:pt idx="10">
                  <c:v>1.571</c:v>
                </c:pt>
                <c:pt idx="11">
                  <c:v>1.728</c:v>
                </c:pt>
                <c:pt idx="12">
                  <c:v>1.885</c:v>
                </c:pt>
                <c:pt idx="13">
                  <c:v>2.042</c:v>
                </c:pt>
                <c:pt idx="14">
                  <c:v>2.199</c:v>
                </c:pt>
                <c:pt idx="15">
                  <c:v>2.356</c:v>
                </c:pt>
                <c:pt idx="16">
                  <c:v>2.513</c:v>
                </c:pt>
                <c:pt idx="17">
                  <c:v>2.67</c:v>
                </c:pt>
                <c:pt idx="18">
                  <c:v>2.827</c:v>
                </c:pt>
                <c:pt idx="19">
                  <c:v>2.985</c:v>
                </c:pt>
                <c:pt idx="20">
                  <c:v>3.142</c:v>
                </c:pt>
                <c:pt idx="21">
                  <c:v>3.299</c:v>
                </c:pt>
                <c:pt idx="22">
                  <c:v>3.456</c:v>
                </c:pt>
                <c:pt idx="23">
                  <c:v>3.613</c:v>
                </c:pt>
                <c:pt idx="24">
                  <c:v>3.77</c:v>
                </c:pt>
                <c:pt idx="25">
                  <c:v>3.927</c:v>
                </c:pt>
                <c:pt idx="26">
                  <c:v>4.084</c:v>
                </c:pt>
                <c:pt idx="27">
                  <c:v>4.241</c:v>
                </c:pt>
                <c:pt idx="28">
                  <c:v>4.398</c:v>
                </c:pt>
                <c:pt idx="29">
                  <c:v>4.555</c:v>
                </c:pt>
                <c:pt idx="30">
                  <c:v>4.712</c:v>
                </c:pt>
                <c:pt idx="31">
                  <c:v>4.869</c:v>
                </c:pt>
                <c:pt idx="32">
                  <c:v>5.027</c:v>
                </c:pt>
                <c:pt idx="33">
                  <c:v>5.184</c:v>
                </c:pt>
                <c:pt idx="34">
                  <c:v>5.341</c:v>
                </c:pt>
                <c:pt idx="35">
                  <c:v>5.498</c:v>
                </c:pt>
                <c:pt idx="36">
                  <c:v>5.655</c:v>
                </c:pt>
                <c:pt idx="37">
                  <c:v>5.812</c:v>
                </c:pt>
                <c:pt idx="38">
                  <c:v>5.969</c:v>
                </c:pt>
                <c:pt idx="39">
                  <c:v>6.126</c:v>
                </c:pt>
                <c:pt idx="40">
                  <c:v>6.283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1.0</c:v>
                </c:pt>
                <c:pt idx="1">
                  <c:v>0.988</c:v>
                </c:pt>
                <c:pt idx="2">
                  <c:v>0.951</c:v>
                </c:pt>
                <c:pt idx="3">
                  <c:v>0.891</c:v>
                </c:pt>
                <c:pt idx="4">
                  <c:v>0.809</c:v>
                </c:pt>
                <c:pt idx="5">
                  <c:v>0.707</c:v>
                </c:pt>
                <c:pt idx="6">
                  <c:v>0.588</c:v>
                </c:pt>
                <c:pt idx="7">
                  <c:v>0.454</c:v>
                </c:pt>
                <c:pt idx="8">
                  <c:v>0.309</c:v>
                </c:pt>
                <c:pt idx="9">
                  <c:v>0.156</c:v>
                </c:pt>
                <c:pt idx="10">
                  <c:v>0.0</c:v>
                </c:pt>
                <c:pt idx="11">
                  <c:v>-0.156</c:v>
                </c:pt>
                <c:pt idx="12">
                  <c:v>-0.309</c:v>
                </c:pt>
                <c:pt idx="13">
                  <c:v>-0.454</c:v>
                </c:pt>
                <c:pt idx="14">
                  <c:v>-0.588</c:v>
                </c:pt>
                <c:pt idx="15">
                  <c:v>-0.707</c:v>
                </c:pt>
                <c:pt idx="16">
                  <c:v>-0.809</c:v>
                </c:pt>
                <c:pt idx="17">
                  <c:v>-0.891</c:v>
                </c:pt>
                <c:pt idx="18">
                  <c:v>-0.951</c:v>
                </c:pt>
                <c:pt idx="19">
                  <c:v>-0.988</c:v>
                </c:pt>
                <c:pt idx="20">
                  <c:v>-1.0</c:v>
                </c:pt>
                <c:pt idx="21">
                  <c:v>-0.988</c:v>
                </c:pt>
                <c:pt idx="22">
                  <c:v>-0.951</c:v>
                </c:pt>
                <c:pt idx="23">
                  <c:v>-0.891</c:v>
                </c:pt>
                <c:pt idx="24">
                  <c:v>-0.809</c:v>
                </c:pt>
                <c:pt idx="25">
                  <c:v>-0.707</c:v>
                </c:pt>
                <c:pt idx="26">
                  <c:v>-0.588</c:v>
                </c:pt>
                <c:pt idx="27">
                  <c:v>-0.454</c:v>
                </c:pt>
                <c:pt idx="28">
                  <c:v>-0.309</c:v>
                </c:pt>
                <c:pt idx="29">
                  <c:v>-0.156</c:v>
                </c:pt>
                <c:pt idx="30">
                  <c:v>-0.0</c:v>
                </c:pt>
                <c:pt idx="31">
                  <c:v>0.156</c:v>
                </c:pt>
                <c:pt idx="32">
                  <c:v>0.309</c:v>
                </c:pt>
                <c:pt idx="33">
                  <c:v>0.454</c:v>
                </c:pt>
                <c:pt idx="34">
                  <c:v>0.588</c:v>
                </c:pt>
                <c:pt idx="35">
                  <c:v>0.707</c:v>
                </c:pt>
                <c:pt idx="36">
                  <c:v>0.809</c:v>
                </c:pt>
                <c:pt idx="37">
                  <c:v>0.891</c:v>
                </c:pt>
                <c:pt idx="38">
                  <c:v>0.951</c:v>
                </c:pt>
                <c:pt idx="39">
                  <c:v>0.988</c:v>
                </c:pt>
                <c:pt idx="40">
                  <c:v>1.0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 加速度</c:v>
                </c:pt>
              </c:strCache>
            </c:strRef>
          </c:tx>
          <c:spPr>
            <a:solidFill>
              <a:srgbClr val="5C7A84"/>
            </a:solidFill>
            <a:ln w="19050">
              <a:solidFill>
                <a:srgbClr val="5C7A8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0.0</c:v>
                </c:pt>
                <c:pt idx="1">
                  <c:v>0.157</c:v>
                </c:pt>
                <c:pt idx="2">
                  <c:v>0.314</c:v>
                </c:pt>
                <c:pt idx="3">
                  <c:v>0.471</c:v>
                </c:pt>
                <c:pt idx="4">
                  <c:v>0.628</c:v>
                </c:pt>
                <c:pt idx="5">
                  <c:v>0.785</c:v>
                </c:pt>
                <c:pt idx="6">
                  <c:v>0.942</c:v>
                </c:pt>
                <c:pt idx="7">
                  <c:v>1.1</c:v>
                </c:pt>
                <c:pt idx="8">
                  <c:v>1.257</c:v>
                </c:pt>
                <c:pt idx="9">
                  <c:v>1.414</c:v>
                </c:pt>
                <c:pt idx="10">
                  <c:v>1.571</c:v>
                </c:pt>
                <c:pt idx="11">
                  <c:v>1.728</c:v>
                </c:pt>
                <c:pt idx="12">
                  <c:v>1.885</c:v>
                </c:pt>
                <c:pt idx="13">
                  <c:v>2.042</c:v>
                </c:pt>
                <c:pt idx="14">
                  <c:v>2.199</c:v>
                </c:pt>
                <c:pt idx="15">
                  <c:v>2.356</c:v>
                </c:pt>
                <c:pt idx="16">
                  <c:v>2.513</c:v>
                </c:pt>
                <c:pt idx="17">
                  <c:v>2.67</c:v>
                </c:pt>
                <c:pt idx="18">
                  <c:v>2.827</c:v>
                </c:pt>
                <c:pt idx="19">
                  <c:v>2.985</c:v>
                </c:pt>
                <c:pt idx="20">
                  <c:v>3.142</c:v>
                </c:pt>
                <c:pt idx="21">
                  <c:v>3.299</c:v>
                </c:pt>
                <c:pt idx="22">
                  <c:v>3.456</c:v>
                </c:pt>
                <c:pt idx="23">
                  <c:v>3.613</c:v>
                </c:pt>
                <c:pt idx="24">
                  <c:v>3.77</c:v>
                </c:pt>
                <c:pt idx="25">
                  <c:v>3.927</c:v>
                </c:pt>
                <c:pt idx="26">
                  <c:v>4.084</c:v>
                </c:pt>
                <c:pt idx="27">
                  <c:v>4.241</c:v>
                </c:pt>
                <c:pt idx="28">
                  <c:v>4.398</c:v>
                </c:pt>
                <c:pt idx="29">
                  <c:v>4.555</c:v>
                </c:pt>
                <c:pt idx="30">
                  <c:v>4.712</c:v>
                </c:pt>
                <c:pt idx="31">
                  <c:v>4.869</c:v>
                </c:pt>
                <c:pt idx="32">
                  <c:v>5.027</c:v>
                </c:pt>
                <c:pt idx="33">
                  <c:v>5.184</c:v>
                </c:pt>
                <c:pt idx="34">
                  <c:v>5.341</c:v>
                </c:pt>
                <c:pt idx="35">
                  <c:v>5.498</c:v>
                </c:pt>
                <c:pt idx="36">
                  <c:v>5.655</c:v>
                </c:pt>
                <c:pt idx="37">
                  <c:v>5.812</c:v>
                </c:pt>
                <c:pt idx="38">
                  <c:v>5.969</c:v>
                </c:pt>
                <c:pt idx="39">
                  <c:v>6.126</c:v>
                </c:pt>
                <c:pt idx="40">
                  <c:v>6.283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-0.0</c:v>
                </c:pt>
                <c:pt idx="1">
                  <c:v>-0.156</c:v>
                </c:pt>
                <c:pt idx="2">
                  <c:v>-0.309</c:v>
                </c:pt>
                <c:pt idx="3">
                  <c:v>-0.454</c:v>
                </c:pt>
                <c:pt idx="4">
                  <c:v>-0.588</c:v>
                </c:pt>
                <c:pt idx="5">
                  <c:v>-0.707</c:v>
                </c:pt>
                <c:pt idx="6">
                  <c:v>-0.809</c:v>
                </c:pt>
                <c:pt idx="7">
                  <c:v>-0.891</c:v>
                </c:pt>
                <c:pt idx="8">
                  <c:v>-0.951</c:v>
                </c:pt>
                <c:pt idx="9">
                  <c:v>-0.988</c:v>
                </c:pt>
                <c:pt idx="10">
                  <c:v>-1.0</c:v>
                </c:pt>
                <c:pt idx="11">
                  <c:v>-0.988</c:v>
                </c:pt>
                <c:pt idx="12">
                  <c:v>-0.951</c:v>
                </c:pt>
                <c:pt idx="13">
                  <c:v>-0.891</c:v>
                </c:pt>
                <c:pt idx="14">
                  <c:v>-0.809</c:v>
                </c:pt>
                <c:pt idx="15">
                  <c:v>-0.707</c:v>
                </c:pt>
                <c:pt idx="16">
                  <c:v>-0.588</c:v>
                </c:pt>
                <c:pt idx="17">
                  <c:v>-0.454</c:v>
                </c:pt>
                <c:pt idx="18">
                  <c:v>-0.309</c:v>
                </c:pt>
                <c:pt idx="19">
                  <c:v>-0.156</c:v>
                </c:pt>
                <c:pt idx="20">
                  <c:v>-0.0</c:v>
                </c:pt>
                <c:pt idx="21">
                  <c:v>0.156</c:v>
                </c:pt>
                <c:pt idx="22">
                  <c:v>0.309</c:v>
                </c:pt>
                <c:pt idx="23">
                  <c:v>0.454</c:v>
                </c:pt>
                <c:pt idx="24">
                  <c:v>0.588</c:v>
                </c:pt>
                <c:pt idx="25">
                  <c:v>0.707</c:v>
                </c:pt>
                <c:pt idx="26">
                  <c:v>0.809</c:v>
                </c:pt>
                <c:pt idx="27">
                  <c:v>0.891</c:v>
                </c:pt>
                <c:pt idx="28">
                  <c:v>0.951</c:v>
                </c:pt>
                <c:pt idx="29">
                  <c:v>0.988</c:v>
                </c:pt>
                <c:pt idx="30">
                  <c:v>1.0</c:v>
                </c:pt>
                <c:pt idx="31">
                  <c:v>0.988</c:v>
                </c:pt>
                <c:pt idx="32">
                  <c:v>0.951</c:v>
                </c:pt>
                <c:pt idx="33">
                  <c:v>0.891</c:v>
                </c:pt>
                <c:pt idx="34">
                  <c:v>0.809</c:v>
                </c:pt>
                <c:pt idx="35">
                  <c:v>0.707</c:v>
                </c:pt>
                <c:pt idx="36">
                  <c:v>0.588</c:v>
                </c:pt>
                <c:pt idx="37">
                  <c:v>0.454</c:v>
                </c:pt>
                <c:pt idx="38">
                  <c:v>0.309</c:v>
                </c:pt>
                <c:pt idx="39">
                  <c:v>0.156</c:v>
                </c:pt>
                <c:pt idx="40">
                  <c:v>0.0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1019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 势能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-1.0</c:v>
                </c:pt>
                <c:pt idx="1">
                  <c:v>-0.95</c:v>
                </c:pt>
                <c:pt idx="2">
                  <c:v>-0.9</c:v>
                </c:pt>
                <c:pt idx="3">
                  <c:v>-0.85</c:v>
                </c:pt>
                <c:pt idx="4">
                  <c:v>-0.8</c:v>
                </c:pt>
                <c:pt idx="5">
                  <c:v>-0.75</c:v>
                </c:pt>
                <c:pt idx="6">
                  <c:v>-0.7</c:v>
                </c:pt>
                <c:pt idx="7">
                  <c:v>-0.65</c:v>
                </c:pt>
                <c:pt idx="8">
                  <c:v>-0.6</c:v>
                </c:pt>
                <c:pt idx="9">
                  <c:v>-0.55</c:v>
                </c:pt>
                <c:pt idx="10">
                  <c:v>-0.5</c:v>
                </c:pt>
                <c:pt idx="11">
                  <c:v>-0.45</c:v>
                </c:pt>
                <c:pt idx="12">
                  <c:v>-0.4</c:v>
                </c:pt>
                <c:pt idx="13">
                  <c:v>-0.35</c:v>
                </c:pt>
                <c:pt idx="14">
                  <c:v>-0.3</c:v>
                </c:pt>
                <c:pt idx="15">
                  <c:v>-0.25</c:v>
                </c:pt>
                <c:pt idx="16">
                  <c:v>-0.2</c:v>
                </c:pt>
                <c:pt idx="17">
                  <c:v>-0.15</c:v>
                </c:pt>
                <c:pt idx="18">
                  <c:v>-0.1</c:v>
                </c:pt>
                <c:pt idx="19">
                  <c:v>-0.05</c:v>
                </c:pt>
                <c:pt idx="20">
                  <c:v>0.0</c:v>
                </c:pt>
                <c:pt idx="21">
                  <c:v>0.05</c:v>
                </c:pt>
                <c:pt idx="22">
                  <c:v>0.1</c:v>
                </c:pt>
                <c:pt idx="23">
                  <c:v>0.15</c:v>
                </c:pt>
                <c:pt idx="24">
                  <c:v>0.2</c:v>
                </c:pt>
                <c:pt idx="25">
                  <c:v>0.25</c:v>
                </c:pt>
                <c:pt idx="26">
                  <c:v>0.3</c:v>
                </c:pt>
                <c:pt idx="27">
                  <c:v>0.35</c:v>
                </c:pt>
                <c:pt idx="28">
                  <c:v>0.4</c:v>
                </c:pt>
                <c:pt idx="29">
                  <c:v>0.45</c:v>
                </c:pt>
                <c:pt idx="30">
                  <c:v>0.5</c:v>
                </c:pt>
                <c:pt idx="31">
                  <c:v>0.55</c:v>
                </c:pt>
                <c:pt idx="32">
                  <c:v>0.6</c:v>
                </c:pt>
                <c:pt idx="33">
                  <c:v>0.65</c:v>
                </c:pt>
                <c:pt idx="34">
                  <c:v>0.7</c:v>
                </c:pt>
                <c:pt idx="35">
                  <c:v>0.75</c:v>
                </c:pt>
                <c:pt idx="36">
                  <c:v>0.8</c:v>
                </c:pt>
                <c:pt idx="37">
                  <c:v>0.85</c:v>
                </c:pt>
                <c:pt idx="38">
                  <c:v>0.9</c:v>
                </c:pt>
                <c:pt idx="39">
                  <c:v>0.95</c:v>
                </c:pt>
                <c:pt idx="40">
                  <c:v>1.0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1.0</c:v>
                </c:pt>
                <c:pt idx="1">
                  <c:v>0.902</c:v>
                </c:pt>
                <c:pt idx="2">
                  <c:v>0.81</c:v>
                </c:pt>
                <c:pt idx="3">
                  <c:v>0.722</c:v>
                </c:pt>
                <c:pt idx="4">
                  <c:v>0.64</c:v>
                </c:pt>
                <c:pt idx="5">
                  <c:v>0.562</c:v>
                </c:pt>
                <c:pt idx="6">
                  <c:v>0.49</c:v>
                </c:pt>
                <c:pt idx="7">
                  <c:v>0.422</c:v>
                </c:pt>
                <c:pt idx="8">
                  <c:v>0.36</c:v>
                </c:pt>
                <c:pt idx="9">
                  <c:v>0.303</c:v>
                </c:pt>
                <c:pt idx="10">
                  <c:v>0.25</c:v>
                </c:pt>
                <c:pt idx="11">
                  <c:v>0.202</c:v>
                </c:pt>
                <c:pt idx="12">
                  <c:v>0.16</c:v>
                </c:pt>
                <c:pt idx="13">
                  <c:v>0.122</c:v>
                </c:pt>
                <c:pt idx="14">
                  <c:v>0.09</c:v>
                </c:pt>
                <c:pt idx="15">
                  <c:v>0.062</c:v>
                </c:pt>
                <c:pt idx="16">
                  <c:v>0.04</c:v>
                </c:pt>
                <c:pt idx="17">
                  <c:v>0.022</c:v>
                </c:pt>
                <c:pt idx="18">
                  <c:v>0.01</c:v>
                </c:pt>
                <c:pt idx="19">
                  <c:v>0.002</c:v>
                </c:pt>
                <c:pt idx="20">
                  <c:v>0.0</c:v>
                </c:pt>
                <c:pt idx="21">
                  <c:v>0.003</c:v>
                </c:pt>
                <c:pt idx="22">
                  <c:v>0.01</c:v>
                </c:pt>
                <c:pt idx="23">
                  <c:v>0.023</c:v>
                </c:pt>
                <c:pt idx="24">
                  <c:v>0.04</c:v>
                </c:pt>
                <c:pt idx="25">
                  <c:v>0.062</c:v>
                </c:pt>
                <c:pt idx="26">
                  <c:v>0.09</c:v>
                </c:pt>
                <c:pt idx="27">
                  <c:v>0.123</c:v>
                </c:pt>
                <c:pt idx="28">
                  <c:v>0.16</c:v>
                </c:pt>
                <c:pt idx="29">
                  <c:v>0.203</c:v>
                </c:pt>
                <c:pt idx="30">
                  <c:v>0.25</c:v>
                </c:pt>
                <c:pt idx="31">
                  <c:v>0.303</c:v>
                </c:pt>
                <c:pt idx="32">
                  <c:v>0.36</c:v>
                </c:pt>
                <c:pt idx="33">
                  <c:v>0.423</c:v>
                </c:pt>
                <c:pt idx="34">
                  <c:v>0.49</c:v>
                </c:pt>
                <c:pt idx="35">
                  <c:v>0.562</c:v>
                </c:pt>
                <c:pt idx="36">
                  <c:v>0.64</c:v>
                </c:pt>
                <c:pt idx="37">
                  <c:v>0.723</c:v>
                </c:pt>
                <c:pt idx="38">
                  <c:v>0.81</c:v>
                </c:pt>
                <c:pt idx="39">
                  <c:v>0.903</c:v>
                </c:pt>
                <c:pt idx="40">
                  <c:v>1.0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 动能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-1.0</c:v>
                </c:pt>
                <c:pt idx="1">
                  <c:v>-0.95</c:v>
                </c:pt>
                <c:pt idx="2">
                  <c:v>-0.9</c:v>
                </c:pt>
                <c:pt idx="3">
                  <c:v>-0.85</c:v>
                </c:pt>
                <c:pt idx="4">
                  <c:v>-0.8</c:v>
                </c:pt>
                <c:pt idx="5">
                  <c:v>-0.75</c:v>
                </c:pt>
                <c:pt idx="6">
                  <c:v>-0.7</c:v>
                </c:pt>
                <c:pt idx="7">
                  <c:v>-0.65</c:v>
                </c:pt>
                <c:pt idx="8">
                  <c:v>-0.6</c:v>
                </c:pt>
                <c:pt idx="9">
                  <c:v>-0.55</c:v>
                </c:pt>
                <c:pt idx="10">
                  <c:v>-0.5</c:v>
                </c:pt>
                <c:pt idx="11">
                  <c:v>-0.45</c:v>
                </c:pt>
                <c:pt idx="12">
                  <c:v>-0.4</c:v>
                </c:pt>
                <c:pt idx="13">
                  <c:v>-0.35</c:v>
                </c:pt>
                <c:pt idx="14">
                  <c:v>-0.3</c:v>
                </c:pt>
                <c:pt idx="15">
                  <c:v>-0.25</c:v>
                </c:pt>
                <c:pt idx="16">
                  <c:v>-0.2</c:v>
                </c:pt>
                <c:pt idx="17">
                  <c:v>-0.15</c:v>
                </c:pt>
                <c:pt idx="18">
                  <c:v>-0.1</c:v>
                </c:pt>
                <c:pt idx="19">
                  <c:v>-0.05</c:v>
                </c:pt>
                <c:pt idx="20">
                  <c:v>0.0</c:v>
                </c:pt>
                <c:pt idx="21">
                  <c:v>0.05</c:v>
                </c:pt>
                <c:pt idx="22">
                  <c:v>0.1</c:v>
                </c:pt>
                <c:pt idx="23">
                  <c:v>0.15</c:v>
                </c:pt>
                <c:pt idx="24">
                  <c:v>0.2</c:v>
                </c:pt>
                <c:pt idx="25">
                  <c:v>0.25</c:v>
                </c:pt>
                <c:pt idx="26">
                  <c:v>0.3</c:v>
                </c:pt>
                <c:pt idx="27">
                  <c:v>0.35</c:v>
                </c:pt>
                <c:pt idx="28">
                  <c:v>0.4</c:v>
                </c:pt>
                <c:pt idx="29">
                  <c:v>0.45</c:v>
                </c:pt>
                <c:pt idx="30">
                  <c:v>0.5</c:v>
                </c:pt>
                <c:pt idx="31">
                  <c:v>0.55</c:v>
                </c:pt>
                <c:pt idx="32">
                  <c:v>0.6</c:v>
                </c:pt>
                <c:pt idx="33">
                  <c:v>0.65</c:v>
                </c:pt>
                <c:pt idx="34">
                  <c:v>0.7</c:v>
                </c:pt>
                <c:pt idx="35">
                  <c:v>0.75</c:v>
                </c:pt>
                <c:pt idx="36">
                  <c:v>0.8</c:v>
                </c:pt>
                <c:pt idx="37">
                  <c:v>0.85</c:v>
                </c:pt>
                <c:pt idx="38">
                  <c:v>0.9</c:v>
                </c:pt>
                <c:pt idx="39">
                  <c:v>0.95</c:v>
                </c:pt>
                <c:pt idx="40">
                  <c:v>1.0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0.0</c:v>
                </c:pt>
                <c:pt idx="1">
                  <c:v>0.098</c:v>
                </c:pt>
                <c:pt idx="2">
                  <c:v>0.19</c:v>
                </c:pt>
                <c:pt idx="3">
                  <c:v>0.278</c:v>
                </c:pt>
                <c:pt idx="4">
                  <c:v>0.36</c:v>
                </c:pt>
                <c:pt idx="5">
                  <c:v>0.438</c:v>
                </c:pt>
                <c:pt idx="6">
                  <c:v>0.51</c:v>
                </c:pt>
                <c:pt idx="7">
                  <c:v>0.578</c:v>
                </c:pt>
                <c:pt idx="8">
                  <c:v>0.64</c:v>
                </c:pt>
                <c:pt idx="9">
                  <c:v>0.698</c:v>
                </c:pt>
                <c:pt idx="10">
                  <c:v>0.75</c:v>
                </c:pt>
                <c:pt idx="11">
                  <c:v>0.798</c:v>
                </c:pt>
                <c:pt idx="12">
                  <c:v>0.84</c:v>
                </c:pt>
                <c:pt idx="13">
                  <c:v>0.878</c:v>
                </c:pt>
                <c:pt idx="14">
                  <c:v>0.91</c:v>
                </c:pt>
                <c:pt idx="15">
                  <c:v>0.938</c:v>
                </c:pt>
                <c:pt idx="16">
                  <c:v>0.96</c:v>
                </c:pt>
                <c:pt idx="17">
                  <c:v>0.978</c:v>
                </c:pt>
                <c:pt idx="18">
                  <c:v>0.99</c:v>
                </c:pt>
                <c:pt idx="19">
                  <c:v>0.998</c:v>
                </c:pt>
                <c:pt idx="20">
                  <c:v>1.0</c:v>
                </c:pt>
                <c:pt idx="21">
                  <c:v>0.997</c:v>
                </c:pt>
                <c:pt idx="22">
                  <c:v>0.99</c:v>
                </c:pt>
                <c:pt idx="23">
                  <c:v>0.977</c:v>
                </c:pt>
                <c:pt idx="24">
                  <c:v>0.96</c:v>
                </c:pt>
                <c:pt idx="25">
                  <c:v>0.938</c:v>
                </c:pt>
                <c:pt idx="26">
                  <c:v>0.91</c:v>
                </c:pt>
                <c:pt idx="27">
                  <c:v>0.877</c:v>
                </c:pt>
                <c:pt idx="28">
                  <c:v>0.84</c:v>
                </c:pt>
                <c:pt idx="29">
                  <c:v>0.797</c:v>
                </c:pt>
                <c:pt idx="30">
                  <c:v>0.75</c:v>
                </c:pt>
                <c:pt idx="31">
                  <c:v>0.698</c:v>
                </c:pt>
                <c:pt idx="32">
                  <c:v>0.64</c:v>
                </c:pt>
                <c:pt idx="33">
                  <c:v>0.577</c:v>
                </c:pt>
                <c:pt idx="34">
                  <c:v>0.51</c:v>
                </c:pt>
                <c:pt idx="35">
                  <c:v>0.438</c:v>
                </c:pt>
                <c:pt idx="36">
                  <c:v>0.36</c:v>
                </c:pt>
                <c:pt idx="37">
                  <c:v>0.277</c:v>
                </c:pt>
                <c:pt idx="38">
                  <c:v>0.19</c:v>
                </c:pt>
                <c:pt idx="39">
                  <c:v>0.097</c:v>
                </c:pt>
                <c:pt idx="40">
                  <c:v>0.0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E 总能量</c:v>
                </c:pt>
              </c:strCache>
            </c:strRef>
          </c:tx>
          <c:spPr>
            <a:solidFill>
              <a:srgbClr val="5C7A84"/>
            </a:solidFill>
            <a:ln w="19050">
              <a:solidFill>
                <a:srgbClr val="5C7A8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-1.0</c:v>
                </c:pt>
                <c:pt idx="1">
                  <c:v>-0.95</c:v>
                </c:pt>
                <c:pt idx="2">
                  <c:v>-0.9</c:v>
                </c:pt>
                <c:pt idx="3">
                  <c:v>-0.85</c:v>
                </c:pt>
                <c:pt idx="4">
                  <c:v>-0.8</c:v>
                </c:pt>
                <c:pt idx="5">
                  <c:v>-0.75</c:v>
                </c:pt>
                <c:pt idx="6">
                  <c:v>-0.7</c:v>
                </c:pt>
                <c:pt idx="7">
                  <c:v>-0.65</c:v>
                </c:pt>
                <c:pt idx="8">
                  <c:v>-0.6</c:v>
                </c:pt>
                <c:pt idx="9">
                  <c:v>-0.55</c:v>
                </c:pt>
                <c:pt idx="10">
                  <c:v>-0.5</c:v>
                </c:pt>
                <c:pt idx="11">
                  <c:v>-0.45</c:v>
                </c:pt>
                <c:pt idx="12">
                  <c:v>-0.4</c:v>
                </c:pt>
                <c:pt idx="13">
                  <c:v>-0.35</c:v>
                </c:pt>
                <c:pt idx="14">
                  <c:v>-0.3</c:v>
                </c:pt>
                <c:pt idx="15">
                  <c:v>-0.25</c:v>
                </c:pt>
                <c:pt idx="16">
                  <c:v>-0.2</c:v>
                </c:pt>
                <c:pt idx="17">
                  <c:v>-0.15</c:v>
                </c:pt>
                <c:pt idx="18">
                  <c:v>-0.1</c:v>
                </c:pt>
                <c:pt idx="19">
                  <c:v>-0.05</c:v>
                </c:pt>
                <c:pt idx="20">
                  <c:v>0.0</c:v>
                </c:pt>
                <c:pt idx="21">
                  <c:v>0.05</c:v>
                </c:pt>
                <c:pt idx="22">
                  <c:v>0.1</c:v>
                </c:pt>
                <c:pt idx="23">
                  <c:v>0.15</c:v>
                </c:pt>
                <c:pt idx="24">
                  <c:v>0.2</c:v>
                </c:pt>
                <c:pt idx="25">
                  <c:v>0.25</c:v>
                </c:pt>
                <c:pt idx="26">
                  <c:v>0.3</c:v>
                </c:pt>
                <c:pt idx="27">
                  <c:v>0.35</c:v>
                </c:pt>
                <c:pt idx="28">
                  <c:v>0.4</c:v>
                </c:pt>
                <c:pt idx="29">
                  <c:v>0.45</c:v>
                </c:pt>
                <c:pt idx="30">
                  <c:v>0.5</c:v>
                </c:pt>
                <c:pt idx="31">
                  <c:v>0.55</c:v>
                </c:pt>
                <c:pt idx="32">
                  <c:v>0.6</c:v>
                </c:pt>
                <c:pt idx="33">
                  <c:v>0.65</c:v>
                </c:pt>
                <c:pt idx="34">
                  <c:v>0.7</c:v>
                </c:pt>
                <c:pt idx="35">
                  <c:v>0.75</c:v>
                </c:pt>
                <c:pt idx="36">
                  <c:v>0.8</c:v>
                </c:pt>
                <c:pt idx="37">
                  <c:v>0.85</c:v>
                </c:pt>
                <c:pt idx="38">
                  <c:v>0.9</c:v>
                </c:pt>
                <c:pt idx="39">
                  <c:v>0.95</c:v>
                </c:pt>
                <c:pt idx="40">
                  <c:v>1.0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  <c:pt idx="20">
                  <c:v>1.0</c:v>
                </c:pt>
                <c:pt idx="21">
                  <c:v>1.0</c:v>
                </c:pt>
                <c:pt idx="22">
                  <c:v>1.0</c:v>
                </c:pt>
                <c:pt idx="23">
                  <c:v>1.0</c:v>
                </c:pt>
                <c:pt idx="24">
                  <c:v>1.0</c:v>
                </c:pt>
                <c:pt idx="25">
                  <c:v>1.0</c:v>
                </c:pt>
                <c:pt idx="26">
                  <c:v>1.0</c:v>
                </c:pt>
                <c:pt idx="27">
                  <c:v>1.0</c:v>
                </c:pt>
                <c:pt idx="28">
                  <c:v>1.0</c:v>
                </c:pt>
                <c:pt idx="29">
                  <c:v>1.0</c:v>
                </c:pt>
                <c:pt idx="30">
                  <c:v>1.0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x / x₀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1019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damping 弱阻尼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Sheet1!$A$2:$A$62</c:f>
              <c:strCache>
                <c:ptCount val="61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2.0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3.0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4.0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5.0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6.0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7.0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8.0</c:v>
                </c:pt>
                <c:pt idx="41">
                  <c:v>8.2</c:v>
                </c:pt>
                <c:pt idx="42">
                  <c:v>8.4</c:v>
                </c:pt>
                <c:pt idx="43">
                  <c:v>8.6</c:v>
                </c:pt>
                <c:pt idx="44">
                  <c:v>8.8</c:v>
                </c:pt>
                <c:pt idx="45">
                  <c:v>9.0</c:v>
                </c:pt>
                <c:pt idx="46">
                  <c:v>9.2</c:v>
                </c:pt>
                <c:pt idx="47">
                  <c:v>9.4</c:v>
                </c:pt>
                <c:pt idx="48">
                  <c:v>9.6</c:v>
                </c:pt>
                <c:pt idx="49">
                  <c:v>9.8</c:v>
                </c:pt>
                <c:pt idx="50">
                  <c:v>10.0</c:v>
                </c:pt>
                <c:pt idx="51">
                  <c:v>10.2</c:v>
                </c:pt>
                <c:pt idx="52">
                  <c:v>10.4</c:v>
                </c:pt>
                <c:pt idx="53">
                  <c:v>10.6</c:v>
                </c:pt>
                <c:pt idx="54">
                  <c:v>10.8</c:v>
                </c:pt>
                <c:pt idx="55">
                  <c:v>11.0</c:v>
                </c:pt>
                <c:pt idx="56">
                  <c:v>11.2</c:v>
                </c:pt>
                <c:pt idx="57">
                  <c:v>11.4</c:v>
                </c:pt>
                <c:pt idx="58">
                  <c:v>11.6</c:v>
                </c:pt>
                <c:pt idx="59">
                  <c:v>11.8</c:v>
                </c:pt>
                <c:pt idx="60">
                  <c:v>12.0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1.0</c:v>
                </c:pt>
                <c:pt idx="1">
                  <c:v>0.801</c:v>
                </c:pt>
                <c:pt idx="2">
                  <c:v>0.341</c:v>
                </c:pt>
                <c:pt idx="3">
                  <c:v>-0.208</c:v>
                </c:pt>
                <c:pt idx="4">
                  <c:v>-0.654</c:v>
                </c:pt>
                <c:pt idx="5">
                  <c:v>-0.852</c:v>
                </c:pt>
                <c:pt idx="6">
                  <c:v>-0.749</c:v>
                </c:pt>
                <c:pt idx="7">
                  <c:v>-0.397</c:v>
                </c:pt>
                <c:pt idx="8">
                  <c:v>0.069</c:v>
                </c:pt>
                <c:pt idx="9">
                  <c:v>0.485</c:v>
                </c:pt>
                <c:pt idx="10">
                  <c:v>0.711</c:v>
                </c:pt>
                <c:pt idx="11">
                  <c:v>0.683</c:v>
                </c:pt>
                <c:pt idx="12">
                  <c:v>0.424</c:v>
                </c:pt>
                <c:pt idx="13">
                  <c:v>0.037</c:v>
                </c:pt>
                <c:pt idx="14">
                  <c:v>-0.341</c:v>
                </c:pt>
                <c:pt idx="15">
                  <c:v>-0.581</c:v>
                </c:pt>
                <c:pt idx="16">
                  <c:v>-0.609</c:v>
                </c:pt>
                <c:pt idx="17">
                  <c:v>-0.429</c:v>
                </c:pt>
                <c:pt idx="18">
                  <c:v>-0.113</c:v>
                </c:pt>
                <c:pt idx="19">
                  <c:v>0.223</c:v>
                </c:pt>
                <c:pt idx="20">
                  <c:v>0.463</c:v>
                </c:pt>
                <c:pt idx="21">
                  <c:v>0.532</c:v>
                </c:pt>
                <c:pt idx="22">
                  <c:v>0.417</c:v>
                </c:pt>
                <c:pt idx="23">
                  <c:v>0.166</c:v>
                </c:pt>
                <c:pt idx="24">
                  <c:v>-0.126</c:v>
                </c:pt>
                <c:pt idx="25">
                  <c:v>-0.359</c:v>
                </c:pt>
                <c:pt idx="26">
                  <c:v>-0.456</c:v>
                </c:pt>
                <c:pt idx="27">
                  <c:v>-0.392</c:v>
                </c:pt>
                <c:pt idx="28">
                  <c:v>-0.199</c:v>
                </c:pt>
                <c:pt idx="29">
                  <c:v>0.051</c:v>
                </c:pt>
                <c:pt idx="30">
                  <c:v>0.268</c:v>
                </c:pt>
                <c:pt idx="31">
                  <c:v>0.382</c:v>
                </c:pt>
                <c:pt idx="32">
                  <c:v>0.36</c:v>
                </c:pt>
                <c:pt idx="33">
                  <c:v>0.216</c:v>
                </c:pt>
                <c:pt idx="34">
                  <c:v>0.007</c:v>
                </c:pt>
                <c:pt idx="35">
                  <c:v>-0.192</c:v>
                </c:pt>
                <c:pt idx="36">
                  <c:v>-0.314</c:v>
                </c:pt>
                <c:pt idx="37">
                  <c:v>-0.322</c:v>
                </c:pt>
                <c:pt idx="38">
                  <c:v>-0.221</c:v>
                </c:pt>
                <c:pt idx="39">
                  <c:v>-0.05</c:v>
                </c:pt>
                <c:pt idx="40">
                  <c:v>0.128</c:v>
                </c:pt>
                <c:pt idx="41">
                  <c:v>0.252</c:v>
                </c:pt>
                <c:pt idx="42">
                  <c:v>0.283</c:v>
                </c:pt>
                <c:pt idx="43">
                  <c:v>0.216</c:v>
                </c:pt>
                <c:pt idx="44">
                  <c:v>0.08</c:v>
                </c:pt>
                <c:pt idx="45">
                  <c:v>-0.076</c:v>
                </c:pt>
                <c:pt idx="46">
                  <c:v>-0.197</c:v>
                </c:pt>
                <c:pt idx="47">
                  <c:v>-0.243</c:v>
                </c:pt>
                <c:pt idx="48">
                  <c:v>-0.205</c:v>
                </c:pt>
                <c:pt idx="49">
                  <c:v>-0.099</c:v>
                </c:pt>
                <c:pt idx="50">
                  <c:v>0.034</c:v>
                </c:pt>
                <c:pt idx="51">
                  <c:v>0.148</c:v>
                </c:pt>
                <c:pt idx="52">
                  <c:v>0.205</c:v>
                </c:pt>
                <c:pt idx="53">
                  <c:v>0.189</c:v>
                </c:pt>
                <c:pt idx="54">
                  <c:v>0.11</c:v>
                </c:pt>
                <c:pt idx="55">
                  <c:v>-0.003</c:v>
                </c:pt>
                <c:pt idx="56">
                  <c:v>-0.107</c:v>
                </c:pt>
                <c:pt idx="57">
                  <c:v>-0.169</c:v>
                </c:pt>
                <c:pt idx="58">
                  <c:v>-0.17</c:v>
                </c:pt>
                <c:pt idx="59">
                  <c:v>-0.113</c:v>
                </c:pt>
                <c:pt idx="60">
                  <c:v>-0.021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heavy damping 强阻尼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Sheet1!$A$2:$A$62</c:f>
              <c:strCache>
                <c:ptCount val="61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2.0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3.0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4.0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5.0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6.0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7.0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8.0</c:v>
                </c:pt>
                <c:pt idx="41">
                  <c:v>8.2</c:v>
                </c:pt>
                <c:pt idx="42">
                  <c:v>8.4</c:v>
                </c:pt>
                <c:pt idx="43">
                  <c:v>8.6</c:v>
                </c:pt>
                <c:pt idx="44">
                  <c:v>8.8</c:v>
                </c:pt>
                <c:pt idx="45">
                  <c:v>9.0</c:v>
                </c:pt>
                <c:pt idx="46">
                  <c:v>9.2</c:v>
                </c:pt>
                <c:pt idx="47">
                  <c:v>9.4</c:v>
                </c:pt>
                <c:pt idx="48">
                  <c:v>9.6</c:v>
                </c:pt>
                <c:pt idx="49">
                  <c:v>9.8</c:v>
                </c:pt>
                <c:pt idx="50">
                  <c:v>10.0</c:v>
                </c:pt>
                <c:pt idx="51">
                  <c:v>10.2</c:v>
                </c:pt>
                <c:pt idx="52">
                  <c:v>10.4</c:v>
                </c:pt>
                <c:pt idx="53">
                  <c:v>10.6</c:v>
                </c:pt>
                <c:pt idx="54">
                  <c:v>10.8</c:v>
                </c:pt>
                <c:pt idx="55">
                  <c:v>11.0</c:v>
                </c:pt>
                <c:pt idx="56">
                  <c:v>11.2</c:v>
                </c:pt>
                <c:pt idx="57">
                  <c:v>11.4</c:v>
                </c:pt>
                <c:pt idx="58">
                  <c:v>11.6</c:v>
                </c:pt>
                <c:pt idx="59">
                  <c:v>11.8</c:v>
                </c:pt>
                <c:pt idx="60">
                  <c:v>12.0</c:v>
                </c:pt>
              </c:strCache>
            </c:strRef>
          </c:cat>
          <c:val>
            <c:numRef>
              <c:f>Sheet1!$C$2:$C$62</c:f>
              <c:numCache>
                <c:formatCode>General</c:formatCode>
                <c:ptCount val="61"/>
                <c:pt idx="0">
                  <c:v>1.0</c:v>
                </c:pt>
                <c:pt idx="1">
                  <c:v>0.798</c:v>
                </c:pt>
                <c:pt idx="2">
                  <c:v>0.576</c:v>
                </c:pt>
                <c:pt idx="3">
                  <c:v>0.362</c:v>
                </c:pt>
                <c:pt idx="4">
                  <c:v>0.176</c:v>
                </c:pt>
                <c:pt idx="5">
                  <c:v>0.029</c:v>
                </c:pt>
                <c:pt idx="6">
                  <c:v>-0.077</c:v>
                </c:pt>
                <c:pt idx="7">
                  <c:v>-0.143</c:v>
                </c:pt>
                <c:pt idx="8">
                  <c:v>-0.175</c:v>
                </c:pt>
                <c:pt idx="9">
                  <c:v>-0.179</c:v>
                </c:pt>
                <c:pt idx="10">
                  <c:v>-0.164</c:v>
                </c:pt>
                <c:pt idx="11">
                  <c:v>-0.136</c:v>
                </c:pt>
                <c:pt idx="12">
                  <c:v>-0.103</c:v>
                </c:pt>
                <c:pt idx="13">
                  <c:v>-0.07</c:v>
                </c:pt>
                <c:pt idx="14">
                  <c:v>-0.039</c:v>
                </c:pt>
                <c:pt idx="15">
                  <c:v>-0.014</c:v>
                </c:pt>
                <c:pt idx="16">
                  <c:v>0.005</c:v>
                </c:pt>
                <c:pt idx="17">
                  <c:v>0.018</c:v>
                </c:pt>
                <c:pt idx="18">
                  <c:v>0.025</c:v>
                </c:pt>
                <c:pt idx="19">
                  <c:v>0.027</c:v>
                </c:pt>
                <c:pt idx="20">
                  <c:v>0.026</c:v>
                </c:pt>
                <c:pt idx="21">
                  <c:v>0.023</c:v>
                </c:pt>
                <c:pt idx="22">
                  <c:v>0.018</c:v>
                </c:pt>
                <c:pt idx="23">
                  <c:v>0.013</c:v>
                </c:pt>
                <c:pt idx="24">
                  <c:v>0.008</c:v>
                </c:pt>
                <c:pt idx="25">
                  <c:v>0.004</c:v>
                </c:pt>
                <c:pt idx="26">
                  <c:v>0.001</c:v>
                </c:pt>
                <c:pt idx="27">
                  <c:v>-0.002</c:v>
                </c:pt>
                <c:pt idx="28">
                  <c:v>-0.003</c:v>
                </c:pt>
                <c:pt idx="29">
                  <c:v>-0.004</c:v>
                </c:pt>
                <c:pt idx="30">
                  <c:v>-0.004</c:v>
                </c:pt>
                <c:pt idx="31">
                  <c:v>-0.004</c:v>
                </c:pt>
                <c:pt idx="32">
                  <c:v>-0.003</c:v>
                </c:pt>
                <c:pt idx="33">
                  <c:v>-0.002</c:v>
                </c:pt>
                <c:pt idx="34">
                  <c:v>-0.002</c:v>
                </c:pt>
                <c:pt idx="35">
                  <c:v>-0.001</c:v>
                </c:pt>
                <c:pt idx="36">
                  <c:v>-0.0</c:v>
                </c:pt>
                <c:pt idx="37">
                  <c:v>0.0</c:v>
                </c:pt>
                <c:pt idx="38">
                  <c:v>0.0</c:v>
                </c:pt>
                <c:pt idx="39">
                  <c:v>0.001</c:v>
                </c:pt>
                <c:pt idx="40">
                  <c:v>0.001</c:v>
                </c:pt>
                <c:pt idx="41">
                  <c:v>0.001</c:v>
                </c:pt>
                <c:pt idx="42">
                  <c:v>0.001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-0.0</c:v>
                </c:pt>
                <c:pt idx="49">
                  <c:v>-0.0</c:v>
                </c:pt>
                <c:pt idx="50">
                  <c:v>-0.0</c:v>
                </c:pt>
                <c:pt idx="51">
                  <c:v>-0.0</c:v>
                </c:pt>
                <c:pt idx="52">
                  <c:v>-0.0</c:v>
                </c:pt>
                <c:pt idx="53">
                  <c:v>-0.0</c:v>
                </c:pt>
                <c:pt idx="54">
                  <c:v>-0.0</c:v>
                </c:pt>
                <c:pt idx="55">
                  <c:v>-0.0</c:v>
                </c:pt>
                <c:pt idx="56">
                  <c:v>-0.0</c:v>
                </c:pt>
                <c:pt idx="57">
                  <c:v>-0.0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x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1019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damping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Sheet1!$A$2:$A$47</c:f>
              <c:strCache>
                <c:ptCount val="46"/>
                <c:pt idx="0">
                  <c:v>0.2</c:v>
                </c:pt>
                <c:pt idx="1">
                  <c:v>0.24</c:v>
                </c:pt>
                <c:pt idx="2">
                  <c:v>0.28</c:v>
                </c:pt>
                <c:pt idx="3">
                  <c:v>0.32</c:v>
                </c:pt>
                <c:pt idx="4">
                  <c:v>0.36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  <c:pt idx="8">
                  <c:v>0.52</c:v>
                </c:pt>
                <c:pt idx="9">
                  <c:v>0.56</c:v>
                </c:pt>
                <c:pt idx="10">
                  <c:v>0.6</c:v>
                </c:pt>
                <c:pt idx="11">
                  <c:v>0.64</c:v>
                </c:pt>
                <c:pt idx="12">
                  <c:v>0.68</c:v>
                </c:pt>
                <c:pt idx="13">
                  <c:v>0.72</c:v>
                </c:pt>
                <c:pt idx="14">
                  <c:v>0.76</c:v>
                </c:pt>
                <c:pt idx="15">
                  <c:v>0.8</c:v>
                </c:pt>
                <c:pt idx="16">
                  <c:v>0.84</c:v>
                </c:pt>
                <c:pt idx="17">
                  <c:v>0.88</c:v>
                </c:pt>
                <c:pt idx="18">
                  <c:v>0.92</c:v>
                </c:pt>
                <c:pt idx="19">
                  <c:v>0.96</c:v>
                </c:pt>
                <c:pt idx="20">
                  <c:v>1.0</c:v>
                </c:pt>
                <c:pt idx="21">
                  <c:v>1.04</c:v>
                </c:pt>
                <c:pt idx="22">
                  <c:v>1.08</c:v>
                </c:pt>
                <c:pt idx="23">
                  <c:v>1.12</c:v>
                </c:pt>
                <c:pt idx="24">
                  <c:v>1.16</c:v>
                </c:pt>
                <c:pt idx="25">
                  <c:v>1.2</c:v>
                </c:pt>
                <c:pt idx="26">
                  <c:v>1.24</c:v>
                </c:pt>
                <c:pt idx="27">
                  <c:v>1.28</c:v>
                </c:pt>
                <c:pt idx="28">
                  <c:v>1.32</c:v>
                </c:pt>
                <c:pt idx="29">
                  <c:v>1.36</c:v>
                </c:pt>
                <c:pt idx="30">
                  <c:v>1.4</c:v>
                </c:pt>
                <c:pt idx="31">
                  <c:v>1.44</c:v>
                </c:pt>
                <c:pt idx="32">
                  <c:v>1.48</c:v>
                </c:pt>
                <c:pt idx="33">
                  <c:v>1.52</c:v>
                </c:pt>
                <c:pt idx="34">
                  <c:v>1.56</c:v>
                </c:pt>
                <c:pt idx="35">
                  <c:v>1.6</c:v>
                </c:pt>
                <c:pt idx="36">
                  <c:v>1.64</c:v>
                </c:pt>
                <c:pt idx="37">
                  <c:v>1.68</c:v>
                </c:pt>
                <c:pt idx="38">
                  <c:v>1.72</c:v>
                </c:pt>
                <c:pt idx="39">
                  <c:v>1.76</c:v>
                </c:pt>
                <c:pt idx="40">
                  <c:v>1.8</c:v>
                </c:pt>
                <c:pt idx="41">
                  <c:v>1.84</c:v>
                </c:pt>
                <c:pt idx="42">
                  <c:v>1.88</c:v>
                </c:pt>
                <c:pt idx="43">
                  <c:v>1.92</c:v>
                </c:pt>
                <c:pt idx="44">
                  <c:v>1.96</c:v>
                </c:pt>
                <c:pt idx="45">
                  <c:v>2.0</c:v>
                </c:pt>
              </c:strCache>
            </c: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1.04</c:v>
                </c:pt>
                <c:pt idx="1">
                  <c:v>1.06</c:v>
                </c:pt>
                <c:pt idx="2">
                  <c:v>1.08</c:v>
                </c:pt>
                <c:pt idx="3">
                  <c:v>1.11</c:v>
                </c:pt>
                <c:pt idx="4">
                  <c:v>1.14</c:v>
                </c:pt>
                <c:pt idx="5">
                  <c:v>1.19</c:v>
                </c:pt>
                <c:pt idx="6">
                  <c:v>1.23</c:v>
                </c:pt>
                <c:pt idx="7">
                  <c:v>1.29</c:v>
                </c:pt>
                <c:pt idx="8">
                  <c:v>1.36</c:v>
                </c:pt>
                <c:pt idx="9">
                  <c:v>1.44</c:v>
                </c:pt>
                <c:pt idx="10">
                  <c:v>1.54</c:v>
                </c:pt>
                <c:pt idx="11">
                  <c:v>1.66</c:v>
                </c:pt>
                <c:pt idx="12">
                  <c:v>1.8</c:v>
                </c:pt>
                <c:pt idx="13">
                  <c:v>1.99</c:v>
                </c:pt>
                <c:pt idx="14">
                  <c:v>2.23</c:v>
                </c:pt>
                <c:pt idx="15">
                  <c:v>2.54</c:v>
                </c:pt>
                <c:pt idx="16">
                  <c:v>2.95</c:v>
                </c:pt>
                <c:pt idx="17">
                  <c:v>3.49</c:v>
                </c:pt>
                <c:pt idx="18">
                  <c:v>4.17</c:v>
                </c:pt>
                <c:pt idx="19">
                  <c:v>4.82</c:v>
                </c:pt>
                <c:pt idx="20">
                  <c:v>5.0</c:v>
                </c:pt>
                <c:pt idx="21">
                  <c:v>4.48</c:v>
                </c:pt>
                <c:pt idx="22">
                  <c:v>3.67</c:v>
                </c:pt>
                <c:pt idx="23">
                  <c:v>2.95</c:v>
                </c:pt>
                <c:pt idx="24">
                  <c:v>2.4</c:v>
                </c:pt>
                <c:pt idx="25">
                  <c:v>2.0</c:v>
                </c:pt>
                <c:pt idx="26">
                  <c:v>1.69</c:v>
                </c:pt>
                <c:pt idx="27">
                  <c:v>1.45</c:v>
                </c:pt>
                <c:pt idx="28">
                  <c:v>1.27</c:v>
                </c:pt>
                <c:pt idx="29">
                  <c:v>1.12</c:v>
                </c:pt>
                <c:pt idx="30">
                  <c:v>1.0</c:v>
                </c:pt>
                <c:pt idx="31">
                  <c:v>0.9</c:v>
                </c:pt>
                <c:pt idx="32">
                  <c:v>0.82</c:v>
                </c:pt>
                <c:pt idx="33">
                  <c:v>0.74</c:v>
                </c:pt>
                <c:pt idx="34">
                  <c:v>0.68</c:v>
                </c:pt>
                <c:pt idx="35">
                  <c:v>0.63</c:v>
                </c:pt>
                <c:pt idx="36">
                  <c:v>0.58</c:v>
                </c:pt>
                <c:pt idx="37">
                  <c:v>0.54</c:v>
                </c:pt>
                <c:pt idx="38">
                  <c:v>0.5</c:v>
                </c:pt>
                <c:pt idx="39">
                  <c:v>0.47</c:v>
                </c:pt>
                <c:pt idx="40">
                  <c:v>0.44</c:v>
                </c:pt>
                <c:pt idx="41">
                  <c:v>0.41</c:v>
                </c:pt>
                <c:pt idx="42">
                  <c:v>0.39</c:v>
                </c:pt>
                <c:pt idx="43">
                  <c:v>0.37</c:v>
                </c:pt>
                <c:pt idx="44">
                  <c:v>0.35</c:v>
                </c:pt>
                <c:pt idx="45">
                  <c:v>0.33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heavier damping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Sheet1!$A$2:$A$47</c:f>
              <c:strCache>
                <c:ptCount val="46"/>
                <c:pt idx="0">
                  <c:v>0.2</c:v>
                </c:pt>
                <c:pt idx="1">
                  <c:v>0.24</c:v>
                </c:pt>
                <c:pt idx="2">
                  <c:v>0.28</c:v>
                </c:pt>
                <c:pt idx="3">
                  <c:v>0.32</c:v>
                </c:pt>
                <c:pt idx="4">
                  <c:v>0.36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  <c:pt idx="8">
                  <c:v>0.52</c:v>
                </c:pt>
                <c:pt idx="9">
                  <c:v>0.56</c:v>
                </c:pt>
                <c:pt idx="10">
                  <c:v>0.6</c:v>
                </c:pt>
                <c:pt idx="11">
                  <c:v>0.64</c:v>
                </c:pt>
                <c:pt idx="12">
                  <c:v>0.68</c:v>
                </c:pt>
                <c:pt idx="13">
                  <c:v>0.72</c:v>
                </c:pt>
                <c:pt idx="14">
                  <c:v>0.76</c:v>
                </c:pt>
                <c:pt idx="15">
                  <c:v>0.8</c:v>
                </c:pt>
                <c:pt idx="16">
                  <c:v>0.84</c:v>
                </c:pt>
                <c:pt idx="17">
                  <c:v>0.88</c:v>
                </c:pt>
                <c:pt idx="18">
                  <c:v>0.92</c:v>
                </c:pt>
                <c:pt idx="19">
                  <c:v>0.96</c:v>
                </c:pt>
                <c:pt idx="20">
                  <c:v>1.0</c:v>
                </c:pt>
                <c:pt idx="21">
                  <c:v>1.04</c:v>
                </c:pt>
                <c:pt idx="22">
                  <c:v>1.08</c:v>
                </c:pt>
                <c:pt idx="23">
                  <c:v>1.12</c:v>
                </c:pt>
                <c:pt idx="24">
                  <c:v>1.16</c:v>
                </c:pt>
                <c:pt idx="25">
                  <c:v>1.2</c:v>
                </c:pt>
                <c:pt idx="26">
                  <c:v>1.24</c:v>
                </c:pt>
                <c:pt idx="27">
                  <c:v>1.28</c:v>
                </c:pt>
                <c:pt idx="28">
                  <c:v>1.32</c:v>
                </c:pt>
                <c:pt idx="29">
                  <c:v>1.36</c:v>
                </c:pt>
                <c:pt idx="30">
                  <c:v>1.4</c:v>
                </c:pt>
                <c:pt idx="31">
                  <c:v>1.44</c:v>
                </c:pt>
                <c:pt idx="32">
                  <c:v>1.48</c:v>
                </c:pt>
                <c:pt idx="33">
                  <c:v>1.52</c:v>
                </c:pt>
                <c:pt idx="34">
                  <c:v>1.56</c:v>
                </c:pt>
                <c:pt idx="35">
                  <c:v>1.6</c:v>
                </c:pt>
                <c:pt idx="36">
                  <c:v>1.64</c:v>
                </c:pt>
                <c:pt idx="37">
                  <c:v>1.68</c:v>
                </c:pt>
                <c:pt idx="38">
                  <c:v>1.72</c:v>
                </c:pt>
                <c:pt idx="39">
                  <c:v>1.76</c:v>
                </c:pt>
                <c:pt idx="40">
                  <c:v>1.8</c:v>
                </c:pt>
                <c:pt idx="41">
                  <c:v>1.84</c:v>
                </c:pt>
                <c:pt idx="42">
                  <c:v>1.88</c:v>
                </c:pt>
                <c:pt idx="43">
                  <c:v>1.92</c:v>
                </c:pt>
                <c:pt idx="44">
                  <c:v>1.96</c:v>
                </c:pt>
                <c:pt idx="45">
                  <c:v>2.0</c:v>
                </c:pt>
              </c:strCache>
            </c:strRef>
          </c:cat>
          <c:val>
            <c:numRef>
              <c:f>Sheet1!$C$2:$C$47</c:f>
              <c:numCache>
                <c:formatCode>General</c:formatCode>
                <c:ptCount val="46"/>
                <c:pt idx="0">
                  <c:v>1.04</c:v>
                </c:pt>
                <c:pt idx="1">
                  <c:v>1.05</c:v>
                </c:pt>
                <c:pt idx="2">
                  <c:v>1.07</c:v>
                </c:pt>
                <c:pt idx="3">
                  <c:v>1.1</c:v>
                </c:pt>
                <c:pt idx="4">
                  <c:v>1.13</c:v>
                </c:pt>
                <c:pt idx="5">
                  <c:v>1.16</c:v>
                </c:pt>
                <c:pt idx="6">
                  <c:v>1.2</c:v>
                </c:pt>
                <c:pt idx="7">
                  <c:v>1.24</c:v>
                </c:pt>
                <c:pt idx="8">
                  <c:v>1.29</c:v>
                </c:pt>
                <c:pt idx="9">
                  <c:v>1.35</c:v>
                </c:pt>
                <c:pt idx="10">
                  <c:v>1.41</c:v>
                </c:pt>
                <c:pt idx="11">
                  <c:v>1.49</c:v>
                </c:pt>
                <c:pt idx="12">
                  <c:v>1.57</c:v>
                </c:pt>
                <c:pt idx="13">
                  <c:v>1.66</c:v>
                </c:pt>
                <c:pt idx="14">
                  <c:v>1.76</c:v>
                </c:pt>
                <c:pt idx="15">
                  <c:v>1.86</c:v>
                </c:pt>
                <c:pt idx="16">
                  <c:v>1.95</c:v>
                </c:pt>
                <c:pt idx="17">
                  <c:v>2.02</c:v>
                </c:pt>
                <c:pt idx="18">
                  <c:v>2.06</c:v>
                </c:pt>
                <c:pt idx="19">
                  <c:v>2.06</c:v>
                </c:pt>
                <c:pt idx="20">
                  <c:v>2.0</c:v>
                </c:pt>
                <c:pt idx="21">
                  <c:v>1.9</c:v>
                </c:pt>
                <c:pt idx="22">
                  <c:v>1.77</c:v>
                </c:pt>
                <c:pt idx="23">
                  <c:v>1.63</c:v>
                </c:pt>
                <c:pt idx="24">
                  <c:v>1.48</c:v>
                </c:pt>
                <c:pt idx="25">
                  <c:v>1.34</c:v>
                </c:pt>
                <c:pt idx="26">
                  <c:v>1.22</c:v>
                </c:pt>
                <c:pt idx="27">
                  <c:v>1.11</c:v>
                </c:pt>
                <c:pt idx="28">
                  <c:v>1.01</c:v>
                </c:pt>
                <c:pt idx="29">
                  <c:v>0.92</c:v>
                </c:pt>
                <c:pt idx="30">
                  <c:v>0.84</c:v>
                </c:pt>
                <c:pt idx="31">
                  <c:v>0.77</c:v>
                </c:pt>
                <c:pt idx="32">
                  <c:v>0.71</c:v>
                </c:pt>
                <c:pt idx="33">
                  <c:v>0.66</c:v>
                </c:pt>
                <c:pt idx="34">
                  <c:v>0.61</c:v>
                </c:pt>
                <c:pt idx="35">
                  <c:v>0.57</c:v>
                </c:pt>
                <c:pt idx="36">
                  <c:v>0.53</c:v>
                </c:pt>
                <c:pt idx="37">
                  <c:v>0.5</c:v>
                </c:pt>
                <c:pt idx="38">
                  <c:v>0.47</c:v>
                </c:pt>
                <c:pt idx="39">
                  <c:v>0.44</c:v>
                </c:pt>
                <c:pt idx="40">
                  <c:v>0.41</c:v>
                </c:pt>
                <c:pt idx="41">
                  <c:v>0.39</c:v>
                </c:pt>
                <c:pt idx="42">
                  <c:v>0.37</c:v>
                </c:pt>
                <c:pt idx="43">
                  <c:v>0.35</c:v>
                </c:pt>
                <c:pt idx="44">
                  <c:v>0.33</c:v>
                </c:pt>
                <c:pt idx="45">
                  <c:v>0.32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driving frequency f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amplitude A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1019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sl:dc-w0"/>
          <p:cNvCxnSpPr/>
          <p:nvPr/>
        </p:nvCxnSpPr>
        <p:spPr>
          <a:xfrm>
            <a:off x="7239000" y="2857500"/>
            <a:ext cx="76200" cy="14139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sl:dc-w1"/>
          <p:cNvCxnSpPr/>
          <p:nvPr/>
        </p:nvCxnSpPr>
        <p:spPr>
          <a:xfrm>
            <a:off x="7315200" y="2998891"/>
            <a:ext cx="76200" cy="13260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w2"/>
          <p:cNvCxnSpPr/>
          <p:nvPr/>
        </p:nvCxnSpPr>
        <p:spPr>
          <a:xfrm>
            <a:off x="7391400" y="3131491"/>
            <a:ext cx="76200" cy="1155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w3"/>
          <p:cNvCxnSpPr/>
          <p:nvPr/>
        </p:nvCxnSpPr>
        <p:spPr>
          <a:xfrm>
            <a:off x="7467600" y="3247056"/>
            <a:ext cx="76200" cy="913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w4"/>
          <p:cNvCxnSpPr/>
          <p:nvPr/>
        </p:nvCxnSpPr>
        <p:spPr>
          <a:xfrm>
            <a:off x="7543800" y="3338400"/>
            <a:ext cx="76200" cy="614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w5"/>
          <p:cNvCxnSpPr/>
          <p:nvPr/>
        </p:nvCxnSpPr>
        <p:spPr>
          <a:xfrm>
            <a:off x="7620000" y="3399844"/>
            <a:ext cx="76200" cy="27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w6"/>
          <p:cNvCxnSpPr/>
          <p:nvPr/>
        </p:nvCxnSpPr>
        <p:spPr>
          <a:xfrm flipH="1">
            <a:off x="7696200" y="3419847"/>
            <a:ext cx="76200" cy="772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w7"/>
          <p:cNvCxnSpPr/>
          <p:nvPr/>
        </p:nvCxnSpPr>
        <p:spPr>
          <a:xfrm flipH="1">
            <a:off x="7772400" y="3377163"/>
            <a:ext cx="76200" cy="426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w8"/>
          <p:cNvCxnSpPr/>
          <p:nvPr/>
        </p:nvCxnSpPr>
        <p:spPr>
          <a:xfrm flipH="1">
            <a:off x="7848600" y="3302168"/>
            <a:ext cx="76200" cy="74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w9"/>
          <p:cNvCxnSpPr/>
          <p:nvPr/>
        </p:nvCxnSpPr>
        <p:spPr>
          <a:xfrm flipH="1">
            <a:off x="7924800" y="3199526"/>
            <a:ext cx="76200" cy="10264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w10"/>
          <p:cNvCxnSpPr/>
          <p:nvPr/>
        </p:nvCxnSpPr>
        <p:spPr>
          <a:xfrm flipH="1">
            <a:off x="8001000" y="3075619"/>
            <a:ext cx="76200" cy="1239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w11"/>
          <p:cNvCxnSpPr/>
          <p:nvPr/>
        </p:nvCxnSpPr>
        <p:spPr>
          <a:xfrm flipH="1">
            <a:off x="8077200" y="2938150"/>
            <a:ext cx="76200" cy="13746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w12"/>
          <p:cNvCxnSpPr/>
          <p:nvPr/>
        </p:nvCxnSpPr>
        <p:spPr>
          <a:xfrm flipH="1">
            <a:off x="8153400" y="2795666"/>
            <a:ext cx="76200" cy="14248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dc-w13"/>
          <p:cNvCxnSpPr/>
          <p:nvPr/>
        </p:nvCxnSpPr>
        <p:spPr>
          <a:xfrm flipH="1">
            <a:off x="8229600" y="2657027"/>
            <a:ext cx="76200" cy="13863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dc-w14"/>
          <p:cNvCxnSpPr/>
          <p:nvPr/>
        </p:nvCxnSpPr>
        <p:spPr>
          <a:xfrm flipH="1">
            <a:off x="8305800" y="2530852"/>
            <a:ext cx="76200" cy="12617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dc-w15"/>
          <p:cNvCxnSpPr/>
          <p:nvPr/>
        </p:nvCxnSpPr>
        <p:spPr>
          <a:xfrm flipH="1">
            <a:off x="8382000" y="2424987"/>
            <a:ext cx="76200" cy="1058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dc-w16"/>
          <p:cNvCxnSpPr/>
          <p:nvPr/>
        </p:nvCxnSpPr>
        <p:spPr>
          <a:xfrm flipH="1">
            <a:off x="8458200" y="2346013"/>
            <a:ext cx="76200" cy="7897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dc-w17"/>
          <p:cNvCxnSpPr/>
          <p:nvPr/>
        </p:nvCxnSpPr>
        <p:spPr>
          <a:xfrm flipH="1">
            <a:off x="8534400" y="2298841"/>
            <a:ext cx="76200" cy="471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dc-w18"/>
          <p:cNvCxnSpPr/>
          <p:nvPr/>
        </p:nvCxnSpPr>
        <p:spPr>
          <a:xfrm flipH="1">
            <a:off x="8610600" y="2286404"/>
            <a:ext cx="76200" cy="1243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dc-w19"/>
          <p:cNvCxnSpPr/>
          <p:nvPr/>
        </p:nvCxnSpPr>
        <p:spPr>
          <a:xfrm>
            <a:off x="8686800" y="2286404"/>
            <a:ext cx="76200" cy="230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dc-w20"/>
          <p:cNvCxnSpPr/>
          <p:nvPr/>
        </p:nvCxnSpPr>
        <p:spPr>
          <a:xfrm>
            <a:off x="8763000" y="2309474"/>
            <a:ext cx="76200" cy="5714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dc-w21"/>
          <p:cNvCxnSpPr/>
          <p:nvPr/>
        </p:nvCxnSpPr>
        <p:spPr>
          <a:xfrm>
            <a:off x="8839200" y="2366618"/>
            <a:ext cx="76200" cy="8766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dc-w22"/>
          <p:cNvCxnSpPr/>
          <p:nvPr/>
        </p:nvCxnSpPr>
        <p:spPr>
          <a:xfrm>
            <a:off x="8915400" y="2454283"/>
            <a:ext cx="76200" cy="11273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dc-w23"/>
          <p:cNvCxnSpPr/>
          <p:nvPr/>
        </p:nvCxnSpPr>
        <p:spPr>
          <a:xfrm>
            <a:off x="8991600" y="2567018"/>
            <a:ext cx="76200" cy="13079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dc-w24"/>
          <p:cNvCxnSpPr/>
          <p:nvPr/>
        </p:nvCxnSpPr>
        <p:spPr>
          <a:xfrm>
            <a:off x="9067800" y="2697814"/>
            <a:ext cx="76200" cy="14072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dc-w25"/>
          <p:cNvCxnSpPr/>
          <p:nvPr/>
        </p:nvCxnSpPr>
        <p:spPr>
          <a:xfrm>
            <a:off x="9144000" y="2838538"/>
            <a:ext cx="76200" cy="1419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sl:dc-w26"/>
          <p:cNvCxnSpPr/>
          <p:nvPr/>
        </p:nvCxnSpPr>
        <p:spPr>
          <a:xfrm>
            <a:off x="9220200" y="2980441"/>
            <a:ext cx="76200" cy="134259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sl:dc-w27"/>
          <p:cNvCxnSpPr/>
          <p:nvPr/>
        </p:nvCxnSpPr>
        <p:spPr>
          <a:xfrm>
            <a:off x="9296400" y="3114700"/>
            <a:ext cx="76200" cy="11826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sl:dc-w28"/>
          <p:cNvCxnSpPr/>
          <p:nvPr/>
        </p:nvCxnSpPr>
        <p:spPr>
          <a:xfrm>
            <a:off x="9372600" y="3232967"/>
            <a:ext cx="76200" cy="9492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sl:dc-w29"/>
          <p:cNvCxnSpPr/>
          <p:nvPr/>
        </p:nvCxnSpPr>
        <p:spPr>
          <a:xfrm>
            <a:off x="9448800" y="3327890"/>
            <a:ext cx="76200" cy="6567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dsl:dc-w30"/>
          <p:cNvCxnSpPr/>
          <p:nvPr/>
        </p:nvCxnSpPr>
        <p:spPr>
          <a:xfrm>
            <a:off x="9525000" y="3393566"/>
            <a:ext cx="76200" cy="323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sl:dc-w31"/>
          <p:cNvCxnSpPr/>
          <p:nvPr/>
        </p:nvCxnSpPr>
        <p:spPr>
          <a:xfrm flipH="1">
            <a:off x="9601200" y="3422918"/>
            <a:ext cx="76200" cy="2995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dsl:dc-w32"/>
          <p:cNvCxnSpPr/>
          <p:nvPr/>
        </p:nvCxnSpPr>
        <p:spPr>
          <a:xfrm flipH="1">
            <a:off x="9677400" y="3384768"/>
            <a:ext cx="76200" cy="3815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sl:dc-w33"/>
          <p:cNvCxnSpPr/>
          <p:nvPr/>
        </p:nvCxnSpPr>
        <p:spPr>
          <a:xfrm flipH="1">
            <a:off x="9753600" y="3313835"/>
            <a:ext cx="76200" cy="7093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sl:dc-w34"/>
          <p:cNvCxnSpPr/>
          <p:nvPr/>
        </p:nvCxnSpPr>
        <p:spPr>
          <a:xfrm flipH="1">
            <a:off x="9829800" y="3214529"/>
            <a:ext cx="76200" cy="9930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dsl:dc-w35"/>
          <p:cNvCxnSpPr/>
          <p:nvPr/>
        </p:nvCxnSpPr>
        <p:spPr>
          <a:xfrm flipH="1">
            <a:off x="9906000" y="3093025"/>
            <a:ext cx="76200" cy="121504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sl:dc-w36"/>
          <p:cNvCxnSpPr/>
          <p:nvPr/>
        </p:nvCxnSpPr>
        <p:spPr>
          <a:xfrm flipH="1">
            <a:off x="9982200" y="2956877"/>
            <a:ext cx="76200" cy="13614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sl:dc-w37"/>
          <p:cNvCxnSpPr/>
          <p:nvPr/>
        </p:nvCxnSpPr>
        <p:spPr>
          <a:xfrm flipH="1">
            <a:off x="10058400" y="2814551"/>
            <a:ext cx="76200" cy="14232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sl:dc-w38"/>
          <p:cNvCxnSpPr/>
          <p:nvPr/>
        </p:nvCxnSpPr>
        <p:spPr>
          <a:xfrm flipH="1">
            <a:off x="10134600" y="2674894"/>
            <a:ext cx="76200" cy="13965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sl:dc-w39"/>
          <p:cNvCxnSpPr/>
          <p:nvPr/>
        </p:nvCxnSpPr>
        <p:spPr>
          <a:xfrm flipH="1">
            <a:off x="10210800" y="2546591"/>
            <a:ext cx="76200" cy="128303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sl:dc-w40"/>
          <p:cNvCxnSpPr/>
          <p:nvPr/>
        </p:nvCxnSpPr>
        <p:spPr>
          <a:xfrm flipH="1">
            <a:off x="10287000" y="2437619"/>
            <a:ext cx="76200" cy="10897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dsl:dc-w41"/>
          <p:cNvCxnSpPr/>
          <p:nvPr/>
        </p:nvCxnSpPr>
        <p:spPr>
          <a:xfrm flipH="1">
            <a:off x="10363200" y="2354753"/>
            <a:ext cx="76200" cy="8286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dsl:dc-w42"/>
          <p:cNvCxnSpPr/>
          <p:nvPr/>
        </p:nvCxnSpPr>
        <p:spPr>
          <a:xfrm flipH="1">
            <a:off x="10439400" y="2303146"/>
            <a:ext cx="76200" cy="5160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dsl:dc-w43"/>
          <p:cNvCxnSpPr/>
          <p:nvPr/>
        </p:nvCxnSpPr>
        <p:spPr>
          <a:xfrm flipH="1">
            <a:off x="10515600" y="2286005"/>
            <a:ext cx="76200" cy="1714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sl:dc-w44"/>
          <p:cNvCxnSpPr/>
          <p:nvPr/>
        </p:nvCxnSpPr>
        <p:spPr>
          <a:xfrm>
            <a:off x="10591800" y="2286005"/>
            <a:ext cx="76200" cy="1839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sl:dc-w45"/>
          <p:cNvCxnSpPr/>
          <p:nvPr/>
        </p:nvCxnSpPr>
        <p:spPr>
          <a:xfrm>
            <a:off x="10668000" y="2304397"/>
            <a:ext cx="76200" cy="5278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sl:dc-w46"/>
          <p:cNvCxnSpPr/>
          <p:nvPr/>
        </p:nvCxnSpPr>
        <p:spPr>
          <a:xfrm>
            <a:off x="10744200" y="2357179"/>
            <a:ext cx="76200" cy="8388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dsl:dc-w47"/>
          <p:cNvCxnSpPr/>
          <p:nvPr/>
        </p:nvCxnSpPr>
        <p:spPr>
          <a:xfrm>
            <a:off x="10820400" y="2441067"/>
            <a:ext cx="76200" cy="109781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sl:dc-w48"/>
          <p:cNvCxnSpPr/>
          <p:nvPr/>
        </p:nvCxnSpPr>
        <p:spPr>
          <a:xfrm>
            <a:off x="10896600" y="2550848"/>
            <a:ext cx="76200" cy="12884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dsl:dc-w49"/>
          <p:cNvCxnSpPr/>
          <p:nvPr/>
        </p:nvCxnSpPr>
        <p:spPr>
          <a:xfrm>
            <a:off x="10972800" y="2679695"/>
            <a:ext cx="76200" cy="139902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dsl:dc-w50"/>
          <p:cNvCxnSpPr/>
          <p:nvPr/>
        </p:nvCxnSpPr>
        <p:spPr>
          <a:xfrm>
            <a:off x="11049000" y="2819597"/>
            <a:ext cx="76200" cy="142258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sl:dc-w51"/>
          <p:cNvCxnSpPr/>
          <p:nvPr/>
        </p:nvCxnSpPr>
        <p:spPr>
          <a:xfrm>
            <a:off x="11125200" y="2961855"/>
            <a:ext cx="76200" cy="13577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dsl:dc-w52"/>
          <p:cNvCxnSpPr/>
          <p:nvPr/>
        </p:nvCxnSpPr>
        <p:spPr>
          <a:xfrm>
            <a:off x="11201400" y="3097625"/>
            <a:ext cx="76200" cy="120840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dsl:dc-w53"/>
          <p:cNvCxnSpPr/>
          <p:nvPr/>
        </p:nvCxnSpPr>
        <p:spPr>
          <a:xfrm>
            <a:off x="11277600" y="3218465"/>
            <a:ext cx="76200" cy="98397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sl:dc-w54"/>
          <p:cNvCxnSpPr/>
          <p:nvPr/>
        </p:nvCxnSpPr>
        <p:spPr>
          <a:xfrm>
            <a:off x="11353800" y="3316862"/>
            <a:ext cx="76200" cy="69836"/>
          </a:xfrm>
          <a:prstGeom prst="straightConnector1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sl:dc-dot"/>
          <p:cNvSpPr/>
          <p:nvPr/>
        </p:nvSpPr>
        <p:spPr>
          <a:xfrm>
            <a:off x="9620250" y="4476750"/>
            <a:ext cx="133350" cy="13335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17</a:t>
            </a:r>
          </a:p>
        </p:txBody>
      </p:sp>
      <p:sp>
        <p:nvSpPr>
          <p:cNvPr id="59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Oscillations</a:t>
            </a:r>
          </a:p>
        </p:txBody>
      </p:sp>
      <p:sp>
        <p:nvSpPr>
          <p:cNvPr id="60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振动</a:t>
            </a:r>
          </a:p>
        </p:txBody>
      </p:sp>
      <p:cxnSp>
        <p:nvCxnSpPr>
          <p:cNvPr id="61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63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15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17.1 Simple harmonic oscillations 简谐振动</a:t>
            </a:r>
          </a:p>
        </p:txBody>
      </p:sp>
      <p:pic>
        <p:nvPicPr>
          <p:cNvPr id="14" name="dsl:oc0_0|i=fas:square-check" descr="tmp95pluv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400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Terms: displacement, amplitude, period, frequency, angular frequency, phase difference 基本术语</a:t>
            </a:r>
          </a:p>
        </p:txBody>
      </p:sp>
      <p:pic>
        <p:nvPicPr>
          <p:cNvPr id="16" name="dsl:oc0_1|i=fas:square-check" descr="tmp95pluv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5812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5527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SHM: acceleration ∝ −displacement; a = −ω²x; x = x₀ sin ωt 定义与方程</a:t>
            </a:r>
          </a:p>
        </p:txBody>
      </p:sp>
      <p:pic>
        <p:nvPicPr>
          <p:cNvPr id="18" name="dsl:oc0_2|i=fas:square-check" descr="tmp95pluv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8860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ot0_2"/>
          <p:cNvSpPr txBox="1"/>
          <p:nvPr/>
        </p:nvSpPr>
        <p:spPr>
          <a:xfrm>
            <a:off x="3752850" y="28575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Use v = v₀ cos ωt and v = ±ω√(x₀² − x²); analyse x, v, a graphs 速度与图像</a:t>
            </a:r>
          </a:p>
        </p:txBody>
      </p:sp>
      <p:sp>
        <p:nvSpPr>
          <p:cNvPr id="20" name="dsl:og1"/>
          <p:cNvSpPr txBox="1"/>
          <p:nvPr/>
        </p:nvSpPr>
        <p:spPr>
          <a:xfrm>
            <a:off x="3467100" y="3276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17.2 Energy in s.h.m. 振动能量</a:t>
            </a:r>
          </a:p>
        </p:txBody>
      </p:sp>
      <p:pic>
        <p:nvPicPr>
          <p:cNvPr id="21" name="dsl:oc1_0|i=fas:square-check" descr="tmp95pluv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629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0"/>
          <p:cNvSpPr txBox="1"/>
          <p:nvPr/>
        </p:nvSpPr>
        <p:spPr>
          <a:xfrm>
            <a:off x="3752850" y="3600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Interchange between kinetic and potential energy 动能势能转化</a:t>
            </a:r>
          </a:p>
        </p:txBody>
      </p:sp>
      <p:pic>
        <p:nvPicPr>
          <p:cNvPr id="23" name="dsl:oc1_1|i=fas:square-check" descr="tmp95pluv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933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1"/>
          <p:cNvSpPr txBox="1"/>
          <p:nvPr/>
        </p:nvSpPr>
        <p:spPr>
          <a:xfrm>
            <a:off x="3752850" y="3905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Total energy E = ½mω²x₀² 总能量公式</a:t>
            </a:r>
          </a:p>
        </p:txBody>
      </p:sp>
      <p:sp>
        <p:nvSpPr>
          <p:cNvPr id="25" name="dsl:og2"/>
          <p:cNvSpPr txBox="1"/>
          <p:nvPr/>
        </p:nvSpPr>
        <p:spPr>
          <a:xfrm>
            <a:off x="3467100" y="43243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17.3 Damped &amp; forced oscillations, resonance 阻尼与共振</a:t>
            </a:r>
          </a:p>
        </p:txBody>
      </p:sp>
      <p:pic>
        <p:nvPicPr>
          <p:cNvPr id="26" name="dsl:oc2_0|i=fas:square-check" descr="tmp95pluv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6767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ot2_0"/>
          <p:cNvSpPr txBox="1"/>
          <p:nvPr/>
        </p:nvSpPr>
        <p:spPr>
          <a:xfrm>
            <a:off x="3752850" y="46482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Light, critical and heavy damping 三种阻尼</a:t>
            </a:r>
          </a:p>
        </p:txBody>
      </p:sp>
      <p:pic>
        <p:nvPicPr>
          <p:cNvPr id="28" name="dsl:oc2_1|i=fas:square-check" descr="tmp95pluv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981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ot2_1"/>
          <p:cNvSpPr txBox="1"/>
          <p:nvPr/>
        </p:nvSpPr>
        <p:spPr>
          <a:xfrm>
            <a:off x="3752850" y="4953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Forced oscillations and resonance 受迫振动与共振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Describing Oscillations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描述振动的物理量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295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Displacement x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位移: distance from the equilibrium position 相对平衡位置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Amplitude x₀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振幅: maximum displacement 最大位移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Period 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周期 /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frequency f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频率: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Angular frequency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角频率: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，单位 rad s⁻¹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Phase difference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相位差: fraction of a cycle between two oscillations 两振动间的相差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dsl:sp-wall"/>
          <p:cNvCxnSpPr/>
          <p:nvPr/>
        </p:nvCxnSpPr>
        <p:spPr>
          <a:xfrm>
            <a:off x="6667500" y="2476500"/>
            <a:ext cx="0" cy="1905000"/>
          </a:xfrm>
          <a:prstGeom prst="straightConnector1">
            <a:avLst/>
          </a:prstGeom>
          <a:ln w="508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sp-spring"/>
          <p:cNvCxnSpPr/>
          <p:nvPr/>
        </p:nvCxnSpPr>
        <p:spPr>
          <a:xfrm>
            <a:off x="6667500" y="3143250"/>
            <a:ext cx="1905000" cy="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sp-mass"/>
          <p:cNvSpPr/>
          <p:nvPr/>
        </p:nvSpPr>
        <p:spPr>
          <a:xfrm>
            <a:off x="8572500" y="2857500"/>
            <a:ext cx="857250" cy="5715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p-mt"/>
          <p:cNvSpPr txBox="1"/>
          <p:nvPr/>
        </p:nvSpPr>
        <p:spPr>
          <a:xfrm>
            <a:off x="8572500" y="2857500"/>
            <a:ext cx="857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i="1" sz="1275" noProof="1">
                <a:solidFill>
                  <a:srgbClr val="FFFFFF"/>
                </a:solidFill>
                <a:latin typeface="MiSans"/>
                <a:ea typeface="MiSans"/>
              </a:rPr>
              <a:t>m</a:t>
            </a:r>
          </a:p>
        </p:txBody>
      </p:sp>
      <p:cxnSp>
        <p:nvCxnSpPr>
          <p:cNvPr id="15" name="dsl:sp-eq"/>
          <p:cNvCxnSpPr/>
          <p:nvPr/>
        </p:nvCxnSpPr>
        <p:spPr>
          <a:xfrm>
            <a:off x="9001125" y="3619500"/>
            <a:ext cx="0" cy="1143000"/>
          </a:xfrm>
          <a:prstGeom prst="straightConnector1">
            <a:avLst/>
          </a:prstGeom>
          <a:ln w="12700">
            <a:solidFill>
              <a:srgbClr val="1C2B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sp-eqt"/>
          <p:cNvSpPr txBox="1"/>
          <p:nvPr/>
        </p:nvSpPr>
        <p:spPr>
          <a:xfrm>
            <a:off x="8572500" y="4800600"/>
            <a:ext cx="952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1C2B33"/>
                </a:solidFill>
                <a:latin typeface="MiSans"/>
                <a:ea typeface="MiSans"/>
              </a:rPr>
              <a:t>equilibrium 平衡位置</a:t>
            </a:r>
          </a:p>
        </p:txBody>
      </p:sp>
      <p:cxnSp>
        <p:nvCxnSpPr>
          <p:cNvPr id="17" name="dsl:sp-arr"/>
          <p:cNvCxnSpPr/>
          <p:nvPr/>
        </p:nvCxnSpPr>
        <p:spPr>
          <a:xfrm>
            <a:off x="9001125" y="4000500"/>
            <a:ext cx="1285875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sp-x"/>
          <p:cNvSpPr txBox="1"/>
          <p:nvPr/>
        </p:nvSpPr>
        <p:spPr>
          <a:xfrm>
            <a:off x="9429750" y="3695700"/>
            <a:ext cx="8572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D97D29"/>
                </a:solidFill>
                <a:latin typeface="MiSans"/>
                <a:ea typeface="MiSans"/>
              </a:rPr>
              <a:t>x</a:t>
            </a:r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 位移</a:t>
            </a:r>
          </a:p>
        </p:txBody>
      </p:sp>
      <p:sp>
        <p:nvSpPr>
          <p:cNvPr id="19" name="dsl:sp-cap|s=$small"/>
          <p:cNvSpPr txBox="1"/>
          <p:nvPr/>
        </p:nvSpPr>
        <p:spPr>
          <a:xfrm>
            <a:off x="6286500" y="53340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Mass–spring oscillator 弹簧振子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Defining Simple Harmonic Motion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简谐运动的定义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15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SHM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occurs when the acceleration of an object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proportional to its displacement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from a fixed point, and is always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directed towards that point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加速度与位移成正比、方向始终指向平衡位置的振动。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ω² 为比例常数 · 负号表方向相反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minus sign: acceleration always points back to equilibrium 负号=回复性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Restoring force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e.g. spring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gives </a:t>
            </a:r>
            <a14:m>
              <m:oMath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Not every oscillation is SHM: check whether a ∝ −x 判据：a 是否正比于 −x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Equations of SHM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简谐运动方程组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15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6638925" y="1809750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解的形式（从平衡位置计时）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10972800" cy="15525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Velocity 速度: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cos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cos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Speed at displacement x: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±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ad>
                  <m:radPr>
                    <m:degHide m:val="1"/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sSubSup>
                      <m:sSubSup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e>
                </m:rad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Acceleration: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Maxima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at x = 0；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at x = ±x₀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sin/cos 取决于计时起点：x = x₀ cos ωt（从最大位移计时）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Graphs of SHM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x、v、a 图像与相位关系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219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v is the gradient of the x–t graph; a is the gradient of the v–t graph 斜率关系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v leads x by T/4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（90°）;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 is in antiphase with x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（180°）速度与加速度相位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At x = ±x₀: v = 0, |a| max；At x = 0: |v| max, a = 0 特殊点对应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a–x graph: straight line through origin with negative gradient −ω² a–x 为过原点负斜率直线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shm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x, v, a against time (normalised) 归一化曲线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Energy in SHM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振动中的能量转化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1971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Energy interchanges between KE (max at equilibrium) and PE (max at extremes) 动能势能相互转化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Total energy 总能量: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bSup>
                  <m:sSub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（恒定）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At displacement x: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sSubSup>
                  <m:sSub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，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 ∝ x₀²: doubling the amplitude quadruples the energy 能量与振幅平方成正比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eng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Energy vs displacement 能量-位移图（归一化）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Period of SHM Systems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两种典型振子的周期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10972800" cy="257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Mass–spring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弹簧振子: restoring force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⇒ </a:t>
            </a:r>
            <a14:m>
              <m:oMath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</a:p>
        </p:txBody>
      </p:sp>
      <p:sp>
        <p:nvSpPr>
          <p:cNvPr id="10" name="dsl:b1-bg"/>
          <p:cNvSpPr/>
          <p:nvPr/>
        </p:nvSpPr>
        <p:spPr>
          <a:xfrm>
            <a:off x="609600" y="223837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23837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ad>
                  <m:radPr>
                    <m:degHide m:val="1"/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f>
                      <m:f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den>
                    </m:f>
                  </m:e>
                </m:rad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6638925" y="223837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mass–spring 弹簧振子周期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019425"/>
            <a:ext cx="10972800" cy="257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Simple pendulum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单摆（小角度）: restoring force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⇒ </a:t>
            </a:r>
            <a14:m>
              <m:oMath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</m:t>
                </m:r>
              </m:oMath>
            </a14:m>
          </a:p>
        </p:txBody>
      </p:sp>
      <p:sp>
        <p:nvSpPr>
          <p:cNvPr id="14" name="dsl:b3-bg"/>
          <p:cNvSpPr/>
          <p:nvPr/>
        </p:nvSpPr>
        <p:spPr>
          <a:xfrm>
            <a:off x="609600" y="344805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b3-fx"/>
          <p:cNvSpPr txBox="1"/>
          <p:nvPr/>
        </p:nvSpPr>
        <p:spPr>
          <a:xfrm>
            <a:off x="838200" y="3448050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ad>
                  <m:radPr>
                    <m:degHide m:val="1"/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f>
                      <m:f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e>
                </m:rad>
              </m:oMath>
            </a14:m>
          </a:p>
        </p:txBody>
      </p:sp>
      <p:sp>
        <p:nvSpPr>
          <p:cNvPr id="16" name="dsl:b3-nt|s=$small"/>
          <p:cNvSpPr txBox="1"/>
          <p:nvPr/>
        </p:nvSpPr>
        <p:spPr>
          <a:xfrm>
            <a:off x="6638925" y="3448050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simple pendulum 单摆周期</a:t>
            </a:r>
          </a:p>
        </p:txBody>
      </p:sp>
      <p:sp>
        <p:nvSpPr>
          <p:cNvPr id="17" name="dsl:b4"/>
          <p:cNvSpPr txBox="1"/>
          <p:nvPr/>
        </p:nvSpPr>
        <p:spPr>
          <a:xfrm>
            <a:off x="609600" y="4229100"/>
            <a:ext cx="109728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Method 通用方法: write the restoring force, compare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with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比较系数得 ω²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Period is independent of amplitude (isochronous) 周期与振幅无关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Damping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阻尼振动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790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Damping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resistive forces dissipate the oscillator’s energy as thermal energy 阻力耗散能量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Light damping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弱阻尼: amplitude decays gradually (exponential envelope) 振幅指数衰减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Critical damping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临界阻尼: returns to equilibrium in the shortest time without oscillating 最快回平衡无振动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Heavy damping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强（过）阻尼: slow return without oscillating 缓慢蠕回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Applications 应用: car shock absorbers (critical), door closers, galvanometers 汽车减震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dmp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Displacement–time for damped oscillations 阻尼振动曲线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Forced Oscillations &amp; Resonance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受迫振动与共振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15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Resonance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when the driving frequency equals the natural frequency, the system oscillates with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maximum amplitude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驱动频率等于固有频率时振幅最大的现象。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314700"/>
            <a:ext cx="5334000" cy="2219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Forced oscillation: driven by an external periodic force 受迫振动由外界周期力驱动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Lighter damping ⇒ sharper, higher resonance peak 阻尼越小峰越尖越高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Useful 有益: radio tuning, microwave ovens, musical instruments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Harmful 有害: bridges (Tacoma Narrows), machinery vibration 需避免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dsl:res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Resonance curves 共振曲线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17A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17A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4287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162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displacement of a particle in SHM is given by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0.36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10.7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(x in m, t in s). (a) Find the amplitude, frequency and period. (b) Find the displacement when t = 0.35 s.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sin 内是弧度，计算器必须 RAD 模式！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Compare with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0.36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10.7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rad s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10.7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1.7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Hz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;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0.59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(b)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0.36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10.7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0.35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0.36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3.75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rad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（calculator in RAD mode 计算器弧度模式）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(a) 0.36 m, 1.7 Hz, 0.59 s　(b)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0.21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17B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17B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6478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381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particle of mass 95 g oscillates in SHM with angular frequency 12.5 rad s⁻¹ and amplitude 16 mm. Calculate (a) the total energy; (b) the kinetic and potential energies at half-amplitude (x = 8.0 mm).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半振幅处势能占 1/4、动能占 3/4（因 E ∝ x²）。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Convert: m = 0.095 kg,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0.016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x = 0.008 m.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(a)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bSup>
                  <m:sSub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0.095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12.5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0.016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(b)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；x = x₀/2 ⇒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</m:t>
                </m:r>
              </m:oMath>
            </a14:m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4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</m:den>
                </m:f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3718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3718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3718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(a)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1.9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mJ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　(b) </a:t>
            </a:r>
            <a14:m>
              <m:oMath>
                <m:sSub>
                  <m:sSub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0.47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mJ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, </a:t>
            </a:r>
            <a14:m>
              <m:oMath>
                <m:sSub>
                  <m:sSub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</m:sSub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1.4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mJ</m:t>
                </m:r>
              </m:oMath>
            </a14:m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15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particle oscillates in SHM with frequency 4.0 Hz and amplitude 8.0 cm; its mass is 0.35 kg. For displacement x = 7.0 cm, calculate (a) the kinetic energy; (b) the potential energy; (c) the total energy.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State the defining condition for SHM, and explain why a bouncing ball is NOT in simple harmonic motion. SHM 判据辨析。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Sketch (or describe) how the amplitude of a forced oscillator varies with driving frequency for light and for heavy damping, and mark the resonance frequency. 共振曲线描述。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 (a) 0.17 J (b) 0.54 J (c) 0.71 J　Q2 a 必须正比于 −x；弹球受恒力（重力）回复力不随位移变化　Q3 轻阻尼峰更高更尖，峰值在固有频率处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15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SHM definition 定义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ω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displacement 位移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±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ω</m:t>
                </m:r>
                <m:rad>
                  <m:radPr>
                    <m:degHide m:val="1"/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sSubSup>
                      <m:sSubSup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e>
                </m:rad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velocity 速度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bSup>
                  <m:sSub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total energy 总能量</a:t>
            </a:r>
          </a:p>
        </p:txBody>
      </p:sp>
      <p:sp>
        <p:nvSpPr>
          <p:cNvPr id="22" name="dsl:smf4-bg"/>
          <p:cNvSpPr/>
          <p:nvPr/>
        </p:nvSpPr>
        <p:spPr>
          <a:xfrm>
            <a:off x="6096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7620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ad>
                  <m:radPr>
                    <m:degHide m:val="1"/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</m:rad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7620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mass–spring 弹簧</a:t>
            </a:r>
          </a:p>
        </p:txBody>
      </p:sp>
      <p:sp>
        <p:nvSpPr>
          <p:cNvPr id="25" name="dsl:smf5-bg"/>
          <p:cNvSpPr/>
          <p:nvPr/>
        </p:nvSpPr>
        <p:spPr>
          <a:xfrm>
            <a:off x="61722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63246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ad>
                  <m:radPr>
                    <m:degHide m:val="1"/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g</m:t>
                    </m:r>
                  </m:e>
                </m:rad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63246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pendulum 单摆</a:t>
            </a:r>
          </a:p>
        </p:txBody>
      </p:sp>
      <p:sp>
        <p:nvSpPr>
          <p:cNvPr id="28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9" name="dsl:sm-ideas"/>
          <p:cNvSpPr txBox="1"/>
          <p:nvPr/>
        </p:nvSpPr>
        <p:spPr>
          <a:xfrm>
            <a:off x="609600" y="46291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a ∝ −x and directed to equilibrium — the defining test of SHM 判据：加速度∝−位移。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v leads x by 90°; a is in antiphase with x 相位关系常考。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Damping reduces amplitude; resonance occurs at the natural frequency 阻尼减幅，共振在固有频率。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17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17 Oscillations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15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calculator" descr="tmpo9kczo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Angles are in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radians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set your calculator to RAD mode for sin ωt. 计算器开弧度。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wave-square" descr="tmpo9kczo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Read graphs via gradients: v = gradient of x–t; a = gradient of v–t. Maximum speeds at x = 0. 图像斜率含义。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0861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pen-nib" descr="tmpo9kczo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19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1813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To prove SHM, derive the restoring force and show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then identify </a:t>
            </a:r>
            <a14:m>
              <m:oMath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ω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证明 SHM 要写恢复力表达式。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8100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chart-line" descr="tmpo9kczo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433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9052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Light damping barely changes the period but reduces amplitude exponentially. 轻阻尼对周期影响小。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403C6837-E1B5-4317-9933-543A66ABD1E4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